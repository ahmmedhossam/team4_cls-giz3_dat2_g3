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8"/>
  </p:notesMasterIdLst>
  <p:sldIdLst>
    <p:sldId id="256" r:id="rId2"/>
    <p:sldId id="258" r:id="rId3"/>
    <p:sldId id="261" r:id="rId4"/>
    <p:sldId id="311" r:id="rId5"/>
    <p:sldId id="266" r:id="rId6"/>
    <p:sldId id="259" r:id="rId7"/>
    <p:sldId id="310" r:id="rId8"/>
    <p:sldId id="272" r:id="rId9"/>
    <p:sldId id="260" r:id="rId10"/>
    <p:sldId id="309" r:id="rId11"/>
    <p:sldId id="279" r:id="rId12"/>
    <p:sldId id="264" r:id="rId13"/>
    <p:sldId id="318" r:id="rId14"/>
    <p:sldId id="319" r:id="rId15"/>
    <p:sldId id="270" r:id="rId16"/>
    <p:sldId id="271" r:id="rId17"/>
    <p:sldId id="320" r:id="rId18"/>
    <p:sldId id="321" r:id="rId19"/>
    <p:sldId id="278" r:id="rId20"/>
    <p:sldId id="284" r:id="rId21"/>
    <p:sldId id="273" r:id="rId22"/>
    <p:sldId id="312" r:id="rId23"/>
    <p:sldId id="286" r:id="rId24"/>
    <p:sldId id="268" r:id="rId25"/>
    <p:sldId id="313" r:id="rId26"/>
    <p:sldId id="315" r:id="rId27"/>
  </p:sldIdLst>
  <p:sldSz cx="9144000" cy="5143500" type="screen16x9"/>
  <p:notesSz cx="6858000" cy="9144000"/>
  <p:embeddedFontLst>
    <p:embeddedFont>
      <p:font typeface="Abel" panose="020B0604020202020204" charset="0"/>
      <p:regular r:id="rId29"/>
    </p:embeddedFont>
    <p:embeddedFont>
      <p:font typeface="DM Serif Display" panose="020B0604020202020204" charset="0"/>
      <p:regular r:id="rId30"/>
      <p:italic r:id="rId31"/>
    </p:embeddedFont>
    <p:embeddedFont>
      <p:font typeface="Fira Sans Extra Condensed Medium" panose="020B0604020202020204" charset="0"/>
      <p:regular r:id="rId32"/>
      <p:bold r:id="rId33"/>
      <p:italic r:id="rId34"/>
      <p:boldItalic r:id="rId35"/>
    </p:embeddedFont>
    <p:embeddedFont>
      <p:font typeface="Fjalla One" panose="020B0604020202020204" charset="0"/>
      <p:regular r:id="rId36"/>
    </p:embeddedFont>
    <p:embeddedFont>
      <p:font typeface="Open Sans Light" panose="020B0306030504020204" pitchFamily="34" charset="0"/>
      <p:regular r:id="rId37"/>
      <p:bold r:id="rId38"/>
      <p:italic r:id="rId39"/>
      <p:boldItalic r:id="rId40"/>
    </p:embeddedFont>
    <p:embeddedFont>
      <p:font typeface="Tw Cen MT" panose="020B0602020104020603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FABD76A-AF68-4806-BE14-6428C88D3C3D}">
  <a:tblStyle styleId="{AFABD76A-AF68-4806-BE14-6428C88D3C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4dfce81f19_0_1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4dfce81f19_0_1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545caf3b9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545caf3b9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>
          <a:extLst>
            <a:ext uri="{FF2B5EF4-FFF2-40B4-BE49-F238E27FC236}">
              <a16:creationId xmlns:a16="http://schemas.microsoft.com/office/drawing/2014/main" id="{8759B24E-7178-5F20-DE83-F1099E6A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4dfce81f19_0_117:notes">
            <a:extLst>
              <a:ext uri="{FF2B5EF4-FFF2-40B4-BE49-F238E27FC236}">
                <a16:creationId xmlns:a16="http://schemas.microsoft.com/office/drawing/2014/main" id="{913F5B70-1AD1-05F7-6A3F-517D619B0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4dfce81f19_0_117:notes">
            <a:extLst>
              <a:ext uri="{FF2B5EF4-FFF2-40B4-BE49-F238E27FC236}">
                <a16:creationId xmlns:a16="http://schemas.microsoft.com/office/drawing/2014/main" id="{1EA8DF2F-E93B-A511-1684-988A6C1E9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2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5522eb791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5522eb791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5522eb7919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5522eb7919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5522eb7919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5522eb7919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5465e7bc0b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5465e7bc0b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5522eb7919_1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5522eb7919_1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107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8945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1354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64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8d6be397bc_4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8d6be397bc_4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5522eb7919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5522eb7919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5f24f68604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5f24f68604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981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5465e7bc0b_1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5465e7bc0b_1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54713f6f7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54713f6f7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>
          <a:extLst>
            <a:ext uri="{FF2B5EF4-FFF2-40B4-BE49-F238E27FC236}">
              <a16:creationId xmlns:a16="http://schemas.microsoft.com/office/drawing/2014/main" id="{7B482609-0AC2-5062-8E3F-1298544C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4dfce81f19_0_45:notes">
            <a:extLst>
              <a:ext uri="{FF2B5EF4-FFF2-40B4-BE49-F238E27FC236}">
                <a16:creationId xmlns:a16="http://schemas.microsoft.com/office/drawing/2014/main" id="{49E39FC1-58B4-7D42-0720-49DD268E7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4dfce81f19_0_45:notes">
            <a:extLst>
              <a:ext uri="{FF2B5EF4-FFF2-40B4-BE49-F238E27FC236}">
                <a16:creationId xmlns:a16="http://schemas.microsoft.com/office/drawing/2014/main" id="{D2958F3A-10D4-C1D2-3FD9-8F7FFA679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173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7875" y="4595949"/>
            <a:ext cx="9359100" cy="7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71700" y="819000"/>
            <a:ext cx="4000200" cy="24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57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8700" y="3635375"/>
            <a:ext cx="3209100" cy="4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None/>
              <a:defRPr sz="1600" b="0">
                <a:solidFill>
                  <a:schemeClr val="accent4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986975" y="4679947"/>
            <a:ext cx="2737448" cy="209747"/>
          </a:xfrm>
          <a:custGeom>
            <a:avLst/>
            <a:gdLst/>
            <a:ahLst/>
            <a:cxnLst/>
            <a:rect l="l" t="t" r="r" b="b"/>
            <a:pathLst>
              <a:path w="83714" h="5276" extrusionOk="0">
                <a:moveTo>
                  <a:pt x="2632" y="1"/>
                </a:moveTo>
                <a:cubicBezTo>
                  <a:pt x="1180" y="1"/>
                  <a:pt x="1" y="1179"/>
                  <a:pt x="1" y="2644"/>
                </a:cubicBezTo>
                <a:cubicBezTo>
                  <a:pt x="1" y="4096"/>
                  <a:pt x="1180" y="5275"/>
                  <a:pt x="2632" y="5275"/>
                </a:cubicBezTo>
                <a:lnTo>
                  <a:pt x="81082" y="5275"/>
                </a:lnTo>
                <a:cubicBezTo>
                  <a:pt x="82547" y="5275"/>
                  <a:pt x="83714" y="4096"/>
                  <a:pt x="83714" y="2644"/>
                </a:cubicBezTo>
                <a:cubicBezTo>
                  <a:pt x="83714" y="1179"/>
                  <a:pt x="82547" y="1"/>
                  <a:pt x="81082" y="1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442135" y="4878231"/>
            <a:ext cx="2266731" cy="172100"/>
          </a:xfrm>
          <a:custGeom>
            <a:avLst/>
            <a:gdLst/>
            <a:ahLst/>
            <a:cxnLst/>
            <a:rect l="l" t="t" r="r" b="b"/>
            <a:pathLst>
              <a:path w="69319" h="5263" extrusionOk="0">
                <a:moveTo>
                  <a:pt x="0" y="0"/>
                </a:moveTo>
                <a:cubicBezTo>
                  <a:pt x="1453" y="0"/>
                  <a:pt x="2632" y="1179"/>
                  <a:pt x="2632" y="2631"/>
                </a:cubicBezTo>
                <a:cubicBezTo>
                  <a:pt x="2632" y="4084"/>
                  <a:pt x="1453" y="5263"/>
                  <a:pt x="0" y="5263"/>
                </a:cubicBezTo>
                <a:lnTo>
                  <a:pt x="66687" y="5263"/>
                </a:lnTo>
                <a:cubicBezTo>
                  <a:pt x="68152" y="5263"/>
                  <a:pt x="69318" y="4084"/>
                  <a:pt x="69318" y="2631"/>
                </a:cubicBezTo>
                <a:cubicBezTo>
                  <a:pt x="69318" y="1179"/>
                  <a:pt x="68152" y="0"/>
                  <a:pt x="66687" y="0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180716" y="0"/>
            <a:ext cx="4130501" cy="5338994"/>
          </a:xfrm>
          <a:custGeom>
            <a:avLst/>
            <a:gdLst/>
            <a:ahLst/>
            <a:cxnLst/>
            <a:rect l="l" t="t" r="r" b="b"/>
            <a:pathLst>
              <a:path w="126315" h="163272" extrusionOk="0">
                <a:moveTo>
                  <a:pt x="8406" y="1"/>
                </a:moveTo>
                <a:lnTo>
                  <a:pt x="8406" y="25"/>
                </a:lnTo>
                <a:cubicBezTo>
                  <a:pt x="4966" y="215"/>
                  <a:pt x="2227" y="3073"/>
                  <a:pt x="2227" y="6561"/>
                </a:cubicBezTo>
                <a:cubicBezTo>
                  <a:pt x="2227" y="8109"/>
                  <a:pt x="2763" y="9538"/>
                  <a:pt x="3668" y="10645"/>
                </a:cubicBezTo>
                <a:cubicBezTo>
                  <a:pt x="1441" y="12241"/>
                  <a:pt x="1" y="14848"/>
                  <a:pt x="1" y="17789"/>
                </a:cubicBezTo>
                <a:cubicBezTo>
                  <a:pt x="1" y="22242"/>
                  <a:pt x="3299" y="25909"/>
                  <a:pt x="7585" y="26504"/>
                </a:cubicBezTo>
                <a:cubicBezTo>
                  <a:pt x="6918" y="28016"/>
                  <a:pt x="6525" y="29695"/>
                  <a:pt x="6513" y="31469"/>
                </a:cubicBezTo>
                <a:cubicBezTo>
                  <a:pt x="6466" y="38208"/>
                  <a:pt x="11931" y="43864"/>
                  <a:pt x="18658" y="44066"/>
                </a:cubicBezTo>
                <a:cubicBezTo>
                  <a:pt x="18782" y="44070"/>
                  <a:pt x="18906" y="44071"/>
                  <a:pt x="19029" y="44071"/>
                </a:cubicBezTo>
                <a:cubicBezTo>
                  <a:pt x="21273" y="44071"/>
                  <a:pt x="23389" y="43461"/>
                  <a:pt x="25206" y="42423"/>
                </a:cubicBezTo>
                <a:cubicBezTo>
                  <a:pt x="25623" y="44542"/>
                  <a:pt x="27052" y="46280"/>
                  <a:pt x="28969" y="47126"/>
                </a:cubicBezTo>
                <a:cubicBezTo>
                  <a:pt x="27278" y="48531"/>
                  <a:pt x="26302" y="50757"/>
                  <a:pt x="26683" y="53198"/>
                </a:cubicBezTo>
                <a:cubicBezTo>
                  <a:pt x="27111" y="56032"/>
                  <a:pt x="29421" y="58294"/>
                  <a:pt x="32255" y="58675"/>
                </a:cubicBezTo>
                <a:cubicBezTo>
                  <a:pt x="32566" y="58716"/>
                  <a:pt x="32873" y="58736"/>
                  <a:pt x="33176" y="58736"/>
                </a:cubicBezTo>
                <a:cubicBezTo>
                  <a:pt x="33846" y="58736"/>
                  <a:pt x="34493" y="58637"/>
                  <a:pt x="35100" y="58449"/>
                </a:cubicBezTo>
                <a:lnTo>
                  <a:pt x="35100" y="58449"/>
                </a:lnTo>
                <a:cubicBezTo>
                  <a:pt x="35100" y="58544"/>
                  <a:pt x="35088" y="58651"/>
                  <a:pt x="35088" y="58746"/>
                </a:cubicBezTo>
                <a:cubicBezTo>
                  <a:pt x="35088" y="61306"/>
                  <a:pt x="37172" y="63390"/>
                  <a:pt x="39732" y="63390"/>
                </a:cubicBezTo>
                <a:cubicBezTo>
                  <a:pt x="39863" y="63390"/>
                  <a:pt x="40018" y="63378"/>
                  <a:pt x="40149" y="63378"/>
                </a:cubicBezTo>
                <a:lnTo>
                  <a:pt x="40149" y="163271"/>
                </a:lnTo>
                <a:lnTo>
                  <a:pt x="121528" y="163271"/>
                </a:lnTo>
                <a:cubicBezTo>
                  <a:pt x="124171" y="163271"/>
                  <a:pt x="126314" y="161128"/>
                  <a:pt x="126314" y="158485"/>
                </a:cubicBezTo>
                <a:lnTo>
                  <a:pt x="126314" y="4799"/>
                </a:lnTo>
                <a:cubicBezTo>
                  <a:pt x="126314" y="2144"/>
                  <a:pt x="124171" y="1"/>
                  <a:pt x="121528" y="1"/>
                </a:cubicBez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900965" y="3509433"/>
            <a:ext cx="605048" cy="1312480"/>
          </a:xfrm>
          <a:custGeom>
            <a:avLst/>
            <a:gdLst/>
            <a:ahLst/>
            <a:cxnLst/>
            <a:rect l="l" t="t" r="r" b="b"/>
            <a:pathLst>
              <a:path w="18503" h="40137" extrusionOk="0">
                <a:moveTo>
                  <a:pt x="18503" y="1"/>
                </a:moveTo>
                <a:lnTo>
                  <a:pt x="0" y="10038"/>
                </a:lnTo>
                <a:lnTo>
                  <a:pt x="0" y="40137"/>
                </a:lnTo>
                <a:lnTo>
                  <a:pt x="18503" y="40137"/>
                </a:lnTo>
                <a:lnTo>
                  <a:pt x="18503" y="1"/>
                </a:ln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505980" y="3509433"/>
            <a:ext cx="382361" cy="1312088"/>
          </a:xfrm>
          <a:custGeom>
            <a:avLst/>
            <a:gdLst/>
            <a:ahLst/>
            <a:cxnLst/>
            <a:rect l="l" t="t" r="r" b="b"/>
            <a:pathLst>
              <a:path w="11693" h="40125" extrusionOk="0">
                <a:moveTo>
                  <a:pt x="1" y="1"/>
                </a:moveTo>
                <a:lnTo>
                  <a:pt x="1" y="40125"/>
                </a:lnTo>
                <a:lnTo>
                  <a:pt x="11693" y="40125"/>
                </a:lnTo>
                <a:lnTo>
                  <a:pt x="11693" y="1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5712709" y="3800267"/>
            <a:ext cx="1075372" cy="1021646"/>
          </a:xfrm>
          <a:custGeom>
            <a:avLst/>
            <a:gdLst/>
            <a:ahLst/>
            <a:cxnLst/>
            <a:rect l="l" t="t" r="r" b="b"/>
            <a:pathLst>
              <a:path w="32886" h="31243" extrusionOk="0">
                <a:moveTo>
                  <a:pt x="1" y="1"/>
                </a:moveTo>
                <a:lnTo>
                  <a:pt x="1" y="31243"/>
                </a:lnTo>
                <a:lnTo>
                  <a:pt x="32886" y="31243"/>
                </a:lnTo>
                <a:lnTo>
                  <a:pt x="32886" y="1"/>
                </a:ln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788080" y="3800267"/>
            <a:ext cx="584807" cy="1021646"/>
          </a:xfrm>
          <a:custGeom>
            <a:avLst/>
            <a:gdLst/>
            <a:ahLst/>
            <a:cxnLst/>
            <a:rect l="l" t="t" r="r" b="b"/>
            <a:pathLst>
              <a:path w="17884" h="31243" extrusionOk="0">
                <a:moveTo>
                  <a:pt x="0" y="1"/>
                </a:moveTo>
                <a:lnTo>
                  <a:pt x="0" y="31243"/>
                </a:lnTo>
                <a:lnTo>
                  <a:pt x="17883" y="31243"/>
                </a:lnTo>
                <a:lnTo>
                  <a:pt x="178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6250787" y="2235538"/>
            <a:ext cx="703541" cy="1564368"/>
          </a:xfrm>
          <a:custGeom>
            <a:avLst/>
            <a:gdLst/>
            <a:ahLst/>
            <a:cxnLst/>
            <a:rect l="l" t="t" r="r" b="b"/>
            <a:pathLst>
              <a:path w="21515" h="47840" extrusionOk="0">
                <a:moveTo>
                  <a:pt x="3763" y="1"/>
                </a:moveTo>
                <a:cubicBezTo>
                  <a:pt x="3691" y="143"/>
                  <a:pt x="3656" y="298"/>
                  <a:pt x="3656" y="441"/>
                </a:cubicBezTo>
                <a:lnTo>
                  <a:pt x="0" y="47840"/>
                </a:lnTo>
                <a:lnTo>
                  <a:pt x="21515" y="47840"/>
                </a:lnTo>
                <a:lnTo>
                  <a:pt x="17860" y="441"/>
                </a:lnTo>
                <a:cubicBezTo>
                  <a:pt x="17848" y="298"/>
                  <a:pt x="17800" y="143"/>
                  <a:pt x="17741" y="1"/>
                </a:cubicBez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257000" y="2337170"/>
            <a:ext cx="690330" cy="1375133"/>
          </a:xfrm>
          <a:custGeom>
            <a:avLst/>
            <a:gdLst/>
            <a:ahLst/>
            <a:cxnLst/>
            <a:rect l="l" t="t" r="r" b="b"/>
            <a:pathLst>
              <a:path w="21111" h="42053" extrusionOk="0">
                <a:moveTo>
                  <a:pt x="3251" y="0"/>
                </a:moveTo>
                <a:lnTo>
                  <a:pt x="2585" y="8692"/>
                </a:lnTo>
                <a:lnTo>
                  <a:pt x="18539" y="8692"/>
                </a:lnTo>
                <a:lnTo>
                  <a:pt x="17860" y="0"/>
                </a:lnTo>
                <a:close/>
                <a:moveTo>
                  <a:pt x="1954" y="16681"/>
                </a:moveTo>
                <a:lnTo>
                  <a:pt x="1287" y="25372"/>
                </a:lnTo>
                <a:lnTo>
                  <a:pt x="19813" y="25372"/>
                </a:lnTo>
                <a:lnTo>
                  <a:pt x="19146" y="16681"/>
                </a:lnTo>
                <a:close/>
                <a:moveTo>
                  <a:pt x="680" y="33361"/>
                </a:moveTo>
                <a:lnTo>
                  <a:pt x="1" y="42053"/>
                </a:lnTo>
                <a:lnTo>
                  <a:pt x="21111" y="42053"/>
                </a:lnTo>
                <a:lnTo>
                  <a:pt x="20444" y="33361"/>
                </a:ln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5854431" y="3922140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6060800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267530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73866" y="3922140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5854431" y="4274091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06080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626753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73866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4968327" y="3939275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139250" y="3939275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310140" y="3939275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0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968327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139250" y="4274091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1"/>
                </a:moveTo>
                <a:lnTo>
                  <a:pt x="0" y="7442"/>
                </a:lnTo>
                <a:lnTo>
                  <a:pt x="3512" y="7442"/>
                </a:lnTo>
                <a:lnTo>
                  <a:pt x="3512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310140" y="4274091"/>
            <a:ext cx="114908" cy="243353"/>
          </a:xfrm>
          <a:custGeom>
            <a:avLst/>
            <a:gdLst/>
            <a:ahLst/>
            <a:cxnLst/>
            <a:rect l="l" t="t" r="r" b="b"/>
            <a:pathLst>
              <a:path w="3514" h="7442" extrusionOk="0">
                <a:moveTo>
                  <a:pt x="1" y="1"/>
                </a:moveTo>
                <a:lnTo>
                  <a:pt x="1" y="7442"/>
                </a:lnTo>
                <a:lnTo>
                  <a:pt x="3513" y="7442"/>
                </a:lnTo>
                <a:lnTo>
                  <a:pt x="3513" y="1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284073" y="3428075"/>
            <a:ext cx="1220593" cy="1393445"/>
          </a:xfrm>
          <a:custGeom>
            <a:avLst/>
            <a:gdLst/>
            <a:ahLst/>
            <a:cxnLst/>
            <a:rect l="l" t="t" r="r" b="b"/>
            <a:pathLst>
              <a:path w="37327" h="42613" extrusionOk="0">
                <a:moveTo>
                  <a:pt x="2370" y="0"/>
                </a:moveTo>
                <a:cubicBezTo>
                  <a:pt x="1060" y="0"/>
                  <a:pt x="1" y="1060"/>
                  <a:pt x="1" y="2370"/>
                </a:cubicBezTo>
                <a:lnTo>
                  <a:pt x="1" y="42613"/>
                </a:lnTo>
                <a:lnTo>
                  <a:pt x="37327" y="42613"/>
                </a:lnTo>
                <a:lnTo>
                  <a:pt x="37327" y="2382"/>
                </a:lnTo>
                <a:cubicBezTo>
                  <a:pt x="37315" y="1072"/>
                  <a:pt x="36255" y="0"/>
                  <a:pt x="34945" y="0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924927" y="3428075"/>
            <a:ext cx="579738" cy="1393445"/>
          </a:xfrm>
          <a:custGeom>
            <a:avLst/>
            <a:gdLst/>
            <a:ahLst/>
            <a:cxnLst/>
            <a:rect l="l" t="t" r="r" b="b"/>
            <a:pathLst>
              <a:path w="17729" h="42613" extrusionOk="0">
                <a:moveTo>
                  <a:pt x="2370" y="0"/>
                </a:moveTo>
                <a:cubicBezTo>
                  <a:pt x="1060" y="0"/>
                  <a:pt x="0" y="1060"/>
                  <a:pt x="0" y="2370"/>
                </a:cubicBezTo>
                <a:lnTo>
                  <a:pt x="0" y="42613"/>
                </a:lnTo>
                <a:lnTo>
                  <a:pt x="17729" y="42613"/>
                </a:lnTo>
                <a:lnTo>
                  <a:pt x="17729" y="2382"/>
                </a:lnTo>
                <a:cubicBezTo>
                  <a:pt x="17717" y="1072"/>
                  <a:pt x="16657" y="0"/>
                  <a:pt x="15347" y="0"/>
                </a:cubicBezTo>
                <a:close/>
              </a:path>
            </a:pathLst>
          </a:custGeom>
          <a:solidFill>
            <a:srgbClr val="EE2A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283681" y="4412706"/>
            <a:ext cx="640887" cy="125012"/>
          </a:xfrm>
          <a:custGeom>
            <a:avLst/>
            <a:gdLst/>
            <a:ahLst/>
            <a:cxnLst/>
            <a:rect l="l" t="t" r="r" b="b"/>
            <a:pathLst>
              <a:path w="19599" h="3823" extrusionOk="0">
                <a:moveTo>
                  <a:pt x="1" y="0"/>
                </a:moveTo>
                <a:lnTo>
                  <a:pt x="1" y="3822"/>
                </a:lnTo>
                <a:lnTo>
                  <a:pt x="19598" y="3822"/>
                </a:lnTo>
                <a:lnTo>
                  <a:pt x="19598" y="0"/>
                </a:lnTo>
                <a:close/>
              </a:path>
            </a:pathLst>
          </a:custGeom>
          <a:solidFill>
            <a:srgbClr val="00AE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924535" y="4412706"/>
            <a:ext cx="579346" cy="125012"/>
          </a:xfrm>
          <a:custGeom>
            <a:avLst/>
            <a:gdLst/>
            <a:ahLst/>
            <a:cxnLst/>
            <a:rect l="l" t="t" r="r" b="b"/>
            <a:pathLst>
              <a:path w="17717" h="3823" extrusionOk="0">
                <a:moveTo>
                  <a:pt x="0" y="0"/>
                </a:moveTo>
                <a:lnTo>
                  <a:pt x="0" y="3822"/>
                </a:lnTo>
                <a:lnTo>
                  <a:pt x="17717" y="3822"/>
                </a:lnTo>
                <a:lnTo>
                  <a:pt x="17717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157165" y="3599391"/>
            <a:ext cx="1787055" cy="1085477"/>
          </a:xfrm>
          <a:custGeom>
            <a:avLst/>
            <a:gdLst/>
            <a:ahLst/>
            <a:cxnLst/>
            <a:rect l="l" t="t" r="r" b="b"/>
            <a:pathLst>
              <a:path w="54650" h="33195" extrusionOk="0">
                <a:moveTo>
                  <a:pt x="32338" y="0"/>
                </a:moveTo>
                <a:lnTo>
                  <a:pt x="32338" y="2072"/>
                </a:lnTo>
                <a:lnTo>
                  <a:pt x="45137" y="2072"/>
                </a:lnTo>
                <a:cubicBezTo>
                  <a:pt x="49244" y="2072"/>
                  <a:pt x="52578" y="5406"/>
                  <a:pt x="52578" y="9513"/>
                </a:cubicBezTo>
                <a:lnTo>
                  <a:pt x="52578" y="23682"/>
                </a:lnTo>
                <a:cubicBezTo>
                  <a:pt x="52578" y="27789"/>
                  <a:pt x="49244" y="31123"/>
                  <a:pt x="45137" y="31123"/>
                </a:cubicBezTo>
                <a:lnTo>
                  <a:pt x="0" y="31123"/>
                </a:lnTo>
                <a:lnTo>
                  <a:pt x="0" y="33195"/>
                </a:lnTo>
                <a:lnTo>
                  <a:pt x="45137" y="33195"/>
                </a:lnTo>
                <a:cubicBezTo>
                  <a:pt x="50375" y="33195"/>
                  <a:pt x="54650" y="28920"/>
                  <a:pt x="54650" y="23682"/>
                </a:cubicBezTo>
                <a:lnTo>
                  <a:pt x="54650" y="9513"/>
                </a:lnTo>
                <a:cubicBezTo>
                  <a:pt x="54650" y="4274"/>
                  <a:pt x="50375" y="0"/>
                  <a:pt x="45137" y="0"/>
                </a:cubicBez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878790" y="4573885"/>
            <a:ext cx="346914" cy="154606"/>
          </a:xfrm>
          <a:custGeom>
            <a:avLst/>
            <a:gdLst/>
            <a:ahLst/>
            <a:cxnLst/>
            <a:rect l="l" t="t" r="r" b="b"/>
            <a:pathLst>
              <a:path w="10609" h="4728" extrusionOk="0">
                <a:moveTo>
                  <a:pt x="846" y="0"/>
                </a:moveTo>
                <a:cubicBezTo>
                  <a:pt x="369" y="0"/>
                  <a:pt x="0" y="1060"/>
                  <a:pt x="0" y="2370"/>
                </a:cubicBezTo>
                <a:cubicBezTo>
                  <a:pt x="0" y="3679"/>
                  <a:pt x="381" y="4727"/>
                  <a:pt x="846" y="4727"/>
                </a:cubicBezTo>
                <a:lnTo>
                  <a:pt x="8239" y="4727"/>
                </a:lnTo>
                <a:cubicBezTo>
                  <a:pt x="9549" y="4727"/>
                  <a:pt x="10609" y="3679"/>
                  <a:pt x="10609" y="2370"/>
                </a:cubicBezTo>
                <a:cubicBezTo>
                  <a:pt x="10609" y="1060"/>
                  <a:pt x="9549" y="0"/>
                  <a:pt x="8239" y="0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089604" y="3556161"/>
            <a:ext cx="346947" cy="154998"/>
          </a:xfrm>
          <a:custGeom>
            <a:avLst/>
            <a:gdLst/>
            <a:ahLst/>
            <a:cxnLst/>
            <a:rect l="l" t="t" r="r" b="b"/>
            <a:pathLst>
              <a:path w="10610" h="4740" extrusionOk="0">
                <a:moveTo>
                  <a:pt x="846" y="1"/>
                </a:moveTo>
                <a:cubicBezTo>
                  <a:pt x="370" y="1"/>
                  <a:pt x="1" y="1060"/>
                  <a:pt x="1" y="2370"/>
                </a:cubicBezTo>
                <a:cubicBezTo>
                  <a:pt x="1" y="3680"/>
                  <a:pt x="382" y="4739"/>
                  <a:pt x="846" y="4739"/>
                </a:cubicBezTo>
                <a:lnTo>
                  <a:pt x="8240" y="4739"/>
                </a:lnTo>
                <a:cubicBezTo>
                  <a:pt x="9549" y="4739"/>
                  <a:pt x="10609" y="3680"/>
                  <a:pt x="10609" y="2370"/>
                </a:cubicBezTo>
                <a:cubicBezTo>
                  <a:pt x="10609" y="1060"/>
                  <a:pt x="9549" y="1"/>
                  <a:pt x="8240" y="1"/>
                </a:cubicBezTo>
                <a:close/>
              </a:path>
            </a:pathLst>
          </a:custGeom>
          <a:solidFill>
            <a:srgbClr val="2B39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736000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54688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733763" y="3822863"/>
            <a:ext cx="114875" cy="243353"/>
          </a:xfrm>
          <a:custGeom>
            <a:avLst/>
            <a:gdLst/>
            <a:ahLst/>
            <a:cxnLst/>
            <a:rect l="l" t="t" r="r" b="b"/>
            <a:pathLst>
              <a:path w="3513" h="7442" extrusionOk="0">
                <a:moveTo>
                  <a:pt x="0" y="0"/>
                </a:moveTo>
                <a:lnTo>
                  <a:pt x="0" y="7442"/>
                </a:lnTo>
                <a:lnTo>
                  <a:pt x="3513" y="7442"/>
                </a:lnTo>
                <a:lnTo>
                  <a:pt x="3513" y="0"/>
                </a:lnTo>
                <a:close/>
              </a:path>
            </a:pathLst>
          </a:custGeom>
          <a:solidFill>
            <a:srgbClr val="FFF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bg>
      <p:bgPr>
        <a:solidFill>
          <a:schemeClr val="dk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ctrTitle"/>
          </p:nvPr>
        </p:nvSpPr>
        <p:spPr>
          <a:xfrm flipH="1">
            <a:off x="713100" y="1321725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subTitle" idx="1"/>
          </p:nvPr>
        </p:nvSpPr>
        <p:spPr>
          <a:xfrm flipH="1">
            <a:off x="1124390" y="1634950"/>
            <a:ext cx="25692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3670234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ctrTitle" idx="3"/>
          </p:nvPr>
        </p:nvSpPr>
        <p:spPr>
          <a:xfrm>
            <a:off x="1620600" y="341126"/>
            <a:ext cx="5902800" cy="5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ctrTitle" idx="4"/>
          </p:nvPr>
        </p:nvSpPr>
        <p:spPr>
          <a:xfrm flipH="1">
            <a:off x="717300" y="2469043"/>
            <a:ext cx="29763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subTitle" idx="5"/>
          </p:nvPr>
        </p:nvSpPr>
        <p:spPr>
          <a:xfrm flipH="1">
            <a:off x="1124090" y="278228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title" idx="6" hasCustomPrompt="1"/>
          </p:nvPr>
        </p:nvSpPr>
        <p:spPr>
          <a:xfrm flipH="1">
            <a:off x="3670234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3"/>
          <p:cNvSpPr txBox="1">
            <a:spLocks noGrp="1"/>
          </p:cNvSpPr>
          <p:nvPr>
            <p:ph type="ctrTitle" idx="7"/>
          </p:nvPr>
        </p:nvSpPr>
        <p:spPr>
          <a:xfrm flipH="1">
            <a:off x="713100" y="363630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ubTitle" idx="8"/>
          </p:nvPr>
        </p:nvSpPr>
        <p:spPr>
          <a:xfrm flipH="1">
            <a:off x="1124090" y="394953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9" hasCustomPrompt="1"/>
          </p:nvPr>
        </p:nvSpPr>
        <p:spPr>
          <a:xfrm flipH="1">
            <a:off x="3670234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 txBox="1">
            <a:spLocks noGrp="1"/>
          </p:cNvSpPr>
          <p:nvPr>
            <p:ph type="ctrTitle" idx="13"/>
          </p:nvPr>
        </p:nvSpPr>
        <p:spPr>
          <a:xfrm>
            <a:off x="5498575" y="1321725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subTitle" idx="14"/>
          </p:nvPr>
        </p:nvSpPr>
        <p:spPr>
          <a:xfrm>
            <a:off x="5498581" y="1634957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title" idx="15" hasCustomPrompt="1"/>
          </p:nvPr>
        </p:nvSpPr>
        <p:spPr>
          <a:xfrm>
            <a:off x="4729239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3"/>
          <p:cNvSpPr txBox="1">
            <a:spLocks noGrp="1"/>
          </p:cNvSpPr>
          <p:nvPr>
            <p:ph type="ctrTitle" idx="16"/>
          </p:nvPr>
        </p:nvSpPr>
        <p:spPr>
          <a:xfrm>
            <a:off x="5498575" y="246905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0" name="Google Shape;60;p3"/>
          <p:cNvSpPr txBox="1">
            <a:spLocks noGrp="1"/>
          </p:cNvSpPr>
          <p:nvPr>
            <p:ph type="subTitle" idx="17"/>
          </p:nvPr>
        </p:nvSpPr>
        <p:spPr>
          <a:xfrm>
            <a:off x="5498581" y="278228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"/>
          <p:cNvSpPr txBox="1">
            <a:spLocks noGrp="1"/>
          </p:cNvSpPr>
          <p:nvPr>
            <p:ph type="title" idx="18" hasCustomPrompt="1"/>
          </p:nvPr>
        </p:nvSpPr>
        <p:spPr>
          <a:xfrm>
            <a:off x="4729239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p3"/>
          <p:cNvSpPr txBox="1">
            <a:spLocks noGrp="1"/>
          </p:cNvSpPr>
          <p:nvPr>
            <p:ph type="ctrTitle" idx="19"/>
          </p:nvPr>
        </p:nvSpPr>
        <p:spPr>
          <a:xfrm>
            <a:off x="5498575" y="3636300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7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20"/>
          </p:nvPr>
        </p:nvSpPr>
        <p:spPr>
          <a:xfrm>
            <a:off x="5498581" y="3949532"/>
            <a:ext cx="2569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3"/>
          <p:cNvSpPr txBox="1">
            <a:spLocks noGrp="1"/>
          </p:cNvSpPr>
          <p:nvPr>
            <p:ph type="title" idx="21" hasCustomPrompt="1"/>
          </p:nvPr>
        </p:nvSpPr>
        <p:spPr>
          <a:xfrm>
            <a:off x="4729239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29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Font typeface="Fira Sans Extra Condensed Medium"/>
              <a:buNone/>
              <a:defRPr sz="52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3"/>
          <p:cNvSpPr/>
          <p:nvPr/>
        </p:nvSpPr>
        <p:spPr>
          <a:xfrm>
            <a:off x="7427925" y="3224713"/>
            <a:ext cx="6651092" cy="2139699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 rot="9900013">
            <a:off x="-3971089" y="308813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 rot="-857527">
            <a:off x="-4571857" y="-104294"/>
            <a:ext cx="8129924" cy="4135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13"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 txBox="1">
            <a:spLocks noGrp="1"/>
          </p:cNvSpPr>
          <p:nvPr>
            <p:ph type="title"/>
          </p:nvPr>
        </p:nvSpPr>
        <p:spPr>
          <a:xfrm flipH="1">
            <a:off x="3765700" y="1282525"/>
            <a:ext cx="48948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 sz="31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800"/>
              <a:buNone/>
              <a:defRPr>
                <a:solidFill>
                  <a:srgbClr val="B7B7B7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4"/>
          <p:cNvSpPr txBox="1">
            <a:spLocks noGrp="1"/>
          </p:cNvSpPr>
          <p:nvPr>
            <p:ph type="subTitle" idx="1"/>
          </p:nvPr>
        </p:nvSpPr>
        <p:spPr>
          <a:xfrm>
            <a:off x="4284767" y="2121138"/>
            <a:ext cx="38586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600" b="0">
                <a:solidFill>
                  <a:schemeClr val="accen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1" name="Google Shape;71;p4"/>
          <p:cNvSpPr/>
          <p:nvPr/>
        </p:nvSpPr>
        <p:spPr>
          <a:xfrm rot="-5400000">
            <a:off x="-256114" y="18381"/>
            <a:ext cx="6920583" cy="3856205"/>
          </a:xfrm>
          <a:custGeom>
            <a:avLst/>
            <a:gdLst/>
            <a:ahLst/>
            <a:cxnLst/>
            <a:rect l="l" t="t" r="r" b="b"/>
            <a:pathLst>
              <a:path w="117702" h="48337" extrusionOk="0">
                <a:moveTo>
                  <a:pt x="0" y="0"/>
                </a:moveTo>
                <a:lnTo>
                  <a:pt x="0" y="13"/>
                </a:lnTo>
                <a:lnTo>
                  <a:pt x="0" y="48336"/>
                </a:lnTo>
                <a:cubicBezTo>
                  <a:pt x="3793" y="46619"/>
                  <a:pt x="7266" y="42288"/>
                  <a:pt x="9150" y="39443"/>
                </a:cubicBezTo>
                <a:cubicBezTo>
                  <a:pt x="11546" y="35830"/>
                  <a:pt x="12277" y="31037"/>
                  <a:pt x="15736" y="28525"/>
                </a:cubicBezTo>
                <a:cubicBezTo>
                  <a:pt x="17226" y="27433"/>
                  <a:pt x="18606" y="27158"/>
                  <a:pt x="20090" y="27158"/>
                </a:cubicBezTo>
                <a:cubicBezTo>
                  <a:pt x="21479" y="27158"/>
                  <a:pt x="22960" y="27399"/>
                  <a:pt x="24707" y="27436"/>
                </a:cubicBezTo>
                <a:cubicBezTo>
                  <a:pt x="24889" y="27440"/>
                  <a:pt x="25067" y="27442"/>
                  <a:pt x="25241" y="27442"/>
                </a:cubicBezTo>
                <a:cubicBezTo>
                  <a:pt x="32645" y="27442"/>
                  <a:pt x="33076" y="23744"/>
                  <a:pt x="36393" y="18222"/>
                </a:cubicBezTo>
                <a:cubicBezTo>
                  <a:pt x="38149" y="15288"/>
                  <a:pt x="40110" y="13174"/>
                  <a:pt x="43249" y="13071"/>
                </a:cubicBezTo>
                <a:cubicBezTo>
                  <a:pt x="43328" y="13068"/>
                  <a:pt x="43407" y="13067"/>
                  <a:pt x="43486" y="13067"/>
                </a:cubicBezTo>
                <a:cubicBezTo>
                  <a:pt x="46754" y="13067"/>
                  <a:pt x="50319" y="15348"/>
                  <a:pt x="53347" y="16223"/>
                </a:cubicBezTo>
                <a:cubicBezTo>
                  <a:pt x="56410" y="17113"/>
                  <a:pt x="59684" y="17326"/>
                  <a:pt x="62945" y="17326"/>
                </a:cubicBezTo>
                <a:cubicBezTo>
                  <a:pt x="64896" y="17326"/>
                  <a:pt x="66843" y="17250"/>
                  <a:pt x="68737" y="17197"/>
                </a:cubicBezTo>
                <a:cubicBezTo>
                  <a:pt x="75734" y="17005"/>
                  <a:pt x="83307" y="15314"/>
                  <a:pt x="88164" y="10252"/>
                </a:cubicBezTo>
                <a:cubicBezTo>
                  <a:pt x="90227" y="8088"/>
                  <a:pt x="92142" y="4751"/>
                  <a:pt x="95412" y="4751"/>
                </a:cubicBezTo>
                <a:cubicBezTo>
                  <a:pt x="95473" y="4751"/>
                  <a:pt x="95534" y="4752"/>
                  <a:pt x="95596" y="4755"/>
                </a:cubicBezTo>
                <a:cubicBezTo>
                  <a:pt x="98121" y="4844"/>
                  <a:pt x="100940" y="7061"/>
                  <a:pt x="103746" y="7317"/>
                </a:cubicBezTo>
                <a:cubicBezTo>
                  <a:pt x="104253" y="7362"/>
                  <a:pt x="104743" y="7386"/>
                  <a:pt x="105221" y="7386"/>
                </a:cubicBezTo>
                <a:cubicBezTo>
                  <a:pt x="107085" y="7386"/>
                  <a:pt x="108758" y="7018"/>
                  <a:pt x="110512" y="6049"/>
                </a:cubicBezTo>
                <a:cubicBezTo>
                  <a:pt x="113332" y="4460"/>
                  <a:pt x="114741" y="1256"/>
                  <a:pt x="1177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-274500" y="-87925"/>
            <a:ext cx="1883100" cy="544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49857" y="2473562"/>
            <a:ext cx="442217" cy="1429455"/>
          </a:xfrm>
          <a:custGeom>
            <a:avLst/>
            <a:gdLst/>
            <a:ahLst/>
            <a:cxnLst/>
            <a:rect l="l" t="t" r="r" b="b"/>
            <a:pathLst>
              <a:path w="4754" h="15368" extrusionOk="0">
                <a:moveTo>
                  <a:pt x="692" y="1"/>
                </a:moveTo>
                <a:lnTo>
                  <a:pt x="1" y="15368"/>
                </a:lnTo>
                <a:lnTo>
                  <a:pt x="4754" y="15368"/>
                </a:lnTo>
                <a:lnTo>
                  <a:pt x="42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-564219" y="4071787"/>
            <a:ext cx="2554887" cy="1071719"/>
          </a:xfrm>
          <a:custGeom>
            <a:avLst/>
            <a:gdLst/>
            <a:ahLst/>
            <a:cxnLst/>
            <a:rect l="l" t="t" r="r" b="b"/>
            <a:pathLst>
              <a:path w="27466" h="11522" extrusionOk="0">
                <a:moveTo>
                  <a:pt x="1" y="0"/>
                </a:moveTo>
                <a:lnTo>
                  <a:pt x="1" y="11522"/>
                </a:lnTo>
                <a:lnTo>
                  <a:pt x="27465" y="11522"/>
                </a:lnTo>
                <a:lnTo>
                  <a:pt x="2746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-357906" y="3750226"/>
            <a:ext cx="2100671" cy="324343"/>
          </a:xfrm>
          <a:custGeom>
            <a:avLst/>
            <a:gdLst/>
            <a:ahLst/>
            <a:cxnLst/>
            <a:rect l="l" t="t" r="r" b="b"/>
            <a:pathLst>
              <a:path w="22583" h="3487" extrusionOk="0">
                <a:moveTo>
                  <a:pt x="5142" y="1"/>
                </a:moveTo>
                <a:cubicBezTo>
                  <a:pt x="2823" y="1"/>
                  <a:pt x="821" y="1441"/>
                  <a:pt x="0" y="3486"/>
                </a:cubicBezTo>
                <a:lnTo>
                  <a:pt x="22583" y="3486"/>
                </a:lnTo>
                <a:cubicBezTo>
                  <a:pt x="21762" y="1427"/>
                  <a:pt x="19760" y="1"/>
                  <a:pt x="1744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-215868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-53832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108297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70426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432463" y="4282099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0"/>
                </a:moveTo>
                <a:lnTo>
                  <a:pt x="1" y="3471"/>
                </a:lnTo>
                <a:lnTo>
                  <a:pt x="1052" y="347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94592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756628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7" y="3471"/>
                </a:lnTo>
                <a:lnTo>
                  <a:pt x="10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18757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079491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7" y="3471"/>
                </a:lnTo>
                <a:lnTo>
                  <a:pt x="106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241621" y="4282099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0"/>
                </a:moveTo>
                <a:lnTo>
                  <a:pt x="1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1405052" y="4282099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0"/>
                </a:moveTo>
                <a:lnTo>
                  <a:pt x="1" y="3471"/>
                </a:lnTo>
                <a:lnTo>
                  <a:pt x="1052" y="347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567182" y="4282099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0"/>
                </a:moveTo>
                <a:lnTo>
                  <a:pt x="0" y="3471"/>
                </a:lnTo>
                <a:lnTo>
                  <a:pt x="1066" y="3471"/>
                </a:lnTo>
                <a:lnTo>
                  <a:pt x="106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-215868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-53832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108297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270426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32463" y="4713420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1"/>
                </a:moveTo>
                <a:lnTo>
                  <a:pt x="1" y="3472"/>
                </a:lnTo>
                <a:lnTo>
                  <a:pt x="1052" y="3472"/>
                </a:lnTo>
                <a:lnTo>
                  <a:pt x="10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94592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756628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7" y="3472"/>
                </a:lnTo>
                <a:lnTo>
                  <a:pt x="106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918757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79491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7" y="3472"/>
                </a:lnTo>
                <a:lnTo>
                  <a:pt x="1067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241621" y="4713420"/>
            <a:ext cx="99252" cy="322948"/>
          </a:xfrm>
          <a:custGeom>
            <a:avLst/>
            <a:gdLst/>
            <a:ahLst/>
            <a:cxnLst/>
            <a:rect l="l" t="t" r="r" b="b"/>
            <a:pathLst>
              <a:path w="1067" h="3472" extrusionOk="0">
                <a:moveTo>
                  <a:pt x="1" y="1"/>
                </a:moveTo>
                <a:lnTo>
                  <a:pt x="1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405052" y="4713420"/>
            <a:ext cx="97857" cy="322948"/>
          </a:xfrm>
          <a:custGeom>
            <a:avLst/>
            <a:gdLst/>
            <a:ahLst/>
            <a:cxnLst/>
            <a:rect l="l" t="t" r="r" b="b"/>
            <a:pathLst>
              <a:path w="1052" h="3472" extrusionOk="0">
                <a:moveTo>
                  <a:pt x="1" y="1"/>
                </a:moveTo>
                <a:lnTo>
                  <a:pt x="1" y="3472"/>
                </a:lnTo>
                <a:lnTo>
                  <a:pt x="1052" y="3472"/>
                </a:lnTo>
                <a:lnTo>
                  <a:pt x="105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567182" y="4713420"/>
            <a:ext cx="99159" cy="322948"/>
          </a:xfrm>
          <a:custGeom>
            <a:avLst/>
            <a:gdLst/>
            <a:ahLst/>
            <a:cxnLst/>
            <a:rect l="l" t="t" r="r" b="b"/>
            <a:pathLst>
              <a:path w="1066" h="3472" extrusionOk="0">
                <a:moveTo>
                  <a:pt x="0" y="1"/>
                </a:moveTo>
                <a:lnTo>
                  <a:pt x="0" y="3472"/>
                </a:lnTo>
                <a:lnTo>
                  <a:pt x="1066" y="3472"/>
                </a:lnTo>
                <a:lnTo>
                  <a:pt x="106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69949" y="2441285"/>
            <a:ext cx="418125" cy="49763"/>
          </a:xfrm>
          <a:custGeom>
            <a:avLst/>
            <a:gdLst/>
            <a:ahLst/>
            <a:cxnLst/>
            <a:rect l="l" t="t" r="r" b="b"/>
            <a:pathLst>
              <a:path w="4495" h="535" extrusionOk="0">
                <a:moveTo>
                  <a:pt x="4245" y="1"/>
                </a:moveTo>
                <a:cubicBezTo>
                  <a:pt x="4237" y="1"/>
                  <a:pt x="4229" y="1"/>
                  <a:pt x="4221" y="2"/>
                </a:cubicBezTo>
                <a:lnTo>
                  <a:pt x="275" y="2"/>
                </a:lnTo>
                <a:cubicBezTo>
                  <a:pt x="131" y="2"/>
                  <a:pt x="1" y="117"/>
                  <a:pt x="1" y="261"/>
                </a:cubicBezTo>
                <a:cubicBezTo>
                  <a:pt x="1" y="420"/>
                  <a:pt x="131" y="535"/>
                  <a:pt x="275" y="535"/>
                </a:cubicBezTo>
                <a:lnTo>
                  <a:pt x="4221" y="535"/>
                </a:lnTo>
                <a:cubicBezTo>
                  <a:pt x="4365" y="535"/>
                  <a:pt x="4494" y="434"/>
                  <a:pt x="4494" y="261"/>
                </a:cubicBezTo>
                <a:cubicBezTo>
                  <a:pt x="4494" y="112"/>
                  <a:pt x="4379" y="1"/>
                  <a:pt x="4245" y="1"/>
                </a:cubicBezTo>
                <a:close/>
              </a:path>
            </a:pathLst>
          </a:custGeom>
          <a:solidFill>
            <a:srgbClr val="5979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1990675" y="3748843"/>
            <a:ext cx="1326835" cy="1394654"/>
          </a:xfrm>
          <a:custGeom>
            <a:avLst/>
            <a:gdLst/>
            <a:ahLst/>
            <a:cxnLst/>
            <a:rect l="l" t="t" r="r" b="b"/>
            <a:pathLst>
              <a:path w="17197" h="18076" extrusionOk="0">
                <a:moveTo>
                  <a:pt x="5128" y="1"/>
                </a:moveTo>
                <a:cubicBezTo>
                  <a:pt x="5085" y="1383"/>
                  <a:pt x="5027" y="2593"/>
                  <a:pt x="4955" y="3385"/>
                </a:cubicBezTo>
                <a:cubicBezTo>
                  <a:pt x="4019" y="14316"/>
                  <a:pt x="1" y="18075"/>
                  <a:pt x="1" y="18075"/>
                </a:cubicBezTo>
                <a:lnTo>
                  <a:pt x="17197" y="18075"/>
                </a:lnTo>
                <a:cubicBezTo>
                  <a:pt x="17182" y="18075"/>
                  <a:pt x="12228" y="15166"/>
                  <a:pt x="11580" y="3011"/>
                </a:cubicBezTo>
                <a:cubicBezTo>
                  <a:pt x="11537" y="2247"/>
                  <a:pt x="11522" y="1210"/>
                  <a:pt x="1152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351838" y="3682181"/>
            <a:ext cx="554513" cy="101227"/>
          </a:xfrm>
          <a:custGeom>
            <a:avLst/>
            <a:gdLst/>
            <a:ahLst/>
            <a:cxnLst/>
            <a:rect l="l" t="t" r="r" b="b"/>
            <a:pathLst>
              <a:path w="7187" h="1312" extrusionOk="0">
                <a:moveTo>
                  <a:pt x="0" y="1"/>
                </a:moveTo>
                <a:lnTo>
                  <a:pt x="0" y="1311"/>
                </a:lnTo>
                <a:lnTo>
                  <a:pt x="7187" y="1311"/>
                </a:lnTo>
                <a:lnTo>
                  <a:pt x="718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366266" y="3817743"/>
            <a:ext cx="527895" cy="57866"/>
          </a:xfrm>
          <a:custGeom>
            <a:avLst/>
            <a:gdLst/>
            <a:ahLst/>
            <a:cxnLst/>
            <a:rect l="l" t="t" r="r" b="b"/>
            <a:pathLst>
              <a:path w="6842" h="750" extrusionOk="0">
                <a:moveTo>
                  <a:pt x="1" y="1"/>
                </a:moveTo>
                <a:lnTo>
                  <a:pt x="1" y="750"/>
                </a:lnTo>
                <a:lnTo>
                  <a:pt x="6842" y="750"/>
                </a:lnTo>
                <a:lnTo>
                  <a:pt x="684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366266" y="3917736"/>
            <a:ext cx="527895" cy="57866"/>
          </a:xfrm>
          <a:custGeom>
            <a:avLst/>
            <a:gdLst/>
            <a:ahLst/>
            <a:cxnLst/>
            <a:rect l="l" t="t" r="r" b="b"/>
            <a:pathLst>
              <a:path w="6842" h="750" extrusionOk="0">
                <a:moveTo>
                  <a:pt x="1" y="1"/>
                </a:moveTo>
                <a:lnTo>
                  <a:pt x="1" y="750"/>
                </a:lnTo>
                <a:lnTo>
                  <a:pt x="6842" y="750"/>
                </a:lnTo>
                <a:lnTo>
                  <a:pt x="684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480713" y="3274921"/>
            <a:ext cx="346735" cy="347892"/>
          </a:xfrm>
          <a:custGeom>
            <a:avLst/>
            <a:gdLst/>
            <a:ahLst/>
            <a:cxnLst/>
            <a:rect l="l" t="t" r="r" b="b"/>
            <a:pathLst>
              <a:path w="4494" h="4509" extrusionOk="0">
                <a:moveTo>
                  <a:pt x="2247" y="1"/>
                </a:moveTo>
                <a:cubicBezTo>
                  <a:pt x="1008" y="1"/>
                  <a:pt x="0" y="1009"/>
                  <a:pt x="0" y="2247"/>
                </a:cubicBezTo>
                <a:cubicBezTo>
                  <a:pt x="0" y="3486"/>
                  <a:pt x="1008" y="4508"/>
                  <a:pt x="2247" y="4508"/>
                </a:cubicBezTo>
                <a:cubicBezTo>
                  <a:pt x="3486" y="4508"/>
                  <a:pt x="4494" y="3486"/>
                  <a:pt x="4494" y="2247"/>
                </a:cubicBezTo>
                <a:cubicBezTo>
                  <a:pt x="4494" y="1009"/>
                  <a:pt x="3486" y="1"/>
                  <a:pt x="224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613505" y="3129016"/>
            <a:ext cx="366795" cy="366795"/>
          </a:xfrm>
          <a:custGeom>
            <a:avLst/>
            <a:gdLst/>
            <a:ahLst/>
            <a:cxnLst/>
            <a:rect l="l" t="t" r="r" b="b"/>
            <a:pathLst>
              <a:path w="4754" h="4754" extrusionOk="0">
                <a:moveTo>
                  <a:pt x="2377" y="1"/>
                </a:moveTo>
                <a:cubicBezTo>
                  <a:pt x="1067" y="1"/>
                  <a:pt x="1" y="1067"/>
                  <a:pt x="1" y="2377"/>
                </a:cubicBezTo>
                <a:cubicBezTo>
                  <a:pt x="1" y="3688"/>
                  <a:pt x="1067" y="4754"/>
                  <a:pt x="2377" y="4754"/>
                </a:cubicBezTo>
                <a:cubicBezTo>
                  <a:pt x="3688" y="4754"/>
                  <a:pt x="4754" y="3688"/>
                  <a:pt x="4754" y="2377"/>
                </a:cubicBezTo>
                <a:cubicBezTo>
                  <a:pt x="4754" y="1052"/>
                  <a:pt x="3688" y="1"/>
                  <a:pt x="237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2202629" y="2571750"/>
            <a:ext cx="771597" cy="771597"/>
          </a:xfrm>
          <a:custGeom>
            <a:avLst/>
            <a:gdLst/>
            <a:ahLst/>
            <a:cxnLst/>
            <a:rect l="l" t="t" r="r" b="b"/>
            <a:pathLst>
              <a:path w="4249" h="4249" extrusionOk="0">
                <a:moveTo>
                  <a:pt x="2117" y="0"/>
                </a:moveTo>
                <a:cubicBezTo>
                  <a:pt x="951" y="0"/>
                  <a:pt x="0" y="951"/>
                  <a:pt x="0" y="2132"/>
                </a:cubicBezTo>
                <a:cubicBezTo>
                  <a:pt x="0" y="3298"/>
                  <a:pt x="951" y="4249"/>
                  <a:pt x="2117" y="4249"/>
                </a:cubicBezTo>
                <a:cubicBezTo>
                  <a:pt x="3284" y="4249"/>
                  <a:pt x="4249" y="3298"/>
                  <a:pt x="4249" y="2132"/>
                </a:cubicBezTo>
                <a:cubicBezTo>
                  <a:pt x="4249" y="951"/>
                  <a:pt x="3284" y="0"/>
                  <a:pt x="211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ubtitle">
  <p:cSld name="CUSTOM_14">
    <p:bg>
      <p:bgPr>
        <a:solidFill>
          <a:schemeClr val="dk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ctrTitle"/>
          </p:nvPr>
        </p:nvSpPr>
        <p:spPr>
          <a:xfrm>
            <a:off x="2556105" y="1509150"/>
            <a:ext cx="38673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3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1"/>
          </p:nvPr>
        </p:nvSpPr>
        <p:spPr>
          <a:xfrm>
            <a:off x="2396676" y="2456175"/>
            <a:ext cx="4186200" cy="13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-55517" y="-94073"/>
            <a:ext cx="3903881" cy="1603217"/>
          </a:xfrm>
          <a:custGeom>
            <a:avLst/>
            <a:gdLst/>
            <a:ahLst/>
            <a:cxnLst/>
            <a:rect l="l" t="t" r="r" b="b"/>
            <a:pathLst>
              <a:path w="117702" h="48337" extrusionOk="0">
                <a:moveTo>
                  <a:pt x="0" y="0"/>
                </a:moveTo>
                <a:lnTo>
                  <a:pt x="0" y="13"/>
                </a:lnTo>
                <a:lnTo>
                  <a:pt x="0" y="48336"/>
                </a:lnTo>
                <a:cubicBezTo>
                  <a:pt x="3793" y="46619"/>
                  <a:pt x="7266" y="42288"/>
                  <a:pt x="9150" y="39443"/>
                </a:cubicBezTo>
                <a:cubicBezTo>
                  <a:pt x="11546" y="35830"/>
                  <a:pt x="12277" y="31037"/>
                  <a:pt x="15736" y="28525"/>
                </a:cubicBezTo>
                <a:cubicBezTo>
                  <a:pt x="17226" y="27433"/>
                  <a:pt x="18606" y="27158"/>
                  <a:pt x="20090" y="27158"/>
                </a:cubicBezTo>
                <a:cubicBezTo>
                  <a:pt x="21479" y="27158"/>
                  <a:pt x="22960" y="27399"/>
                  <a:pt x="24707" y="27436"/>
                </a:cubicBezTo>
                <a:cubicBezTo>
                  <a:pt x="24889" y="27440"/>
                  <a:pt x="25067" y="27442"/>
                  <a:pt x="25241" y="27442"/>
                </a:cubicBezTo>
                <a:cubicBezTo>
                  <a:pt x="32645" y="27442"/>
                  <a:pt x="33076" y="23744"/>
                  <a:pt x="36393" y="18222"/>
                </a:cubicBezTo>
                <a:cubicBezTo>
                  <a:pt x="38149" y="15288"/>
                  <a:pt x="40110" y="13174"/>
                  <a:pt x="43249" y="13071"/>
                </a:cubicBezTo>
                <a:cubicBezTo>
                  <a:pt x="43328" y="13068"/>
                  <a:pt x="43407" y="13067"/>
                  <a:pt x="43486" y="13067"/>
                </a:cubicBezTo>
                <a:cubicBezTo>
                  <a:pt x="46754" y="13067"/>
                  <a:pt x="50319" y="15348"/>
                  <a:pt x="53347" y="16223"/>
                </a:cubicBezTo>
                <a:cubicBezTo>
                  <a:pt x="56410" y="17113"/>
                  <a:pt x="59684" y="17326"/>
                  <a:pt x="62945" y="17326"/>
                </a:cubicBezTo>
                <a:cubicBezTo>
                  <a:pt x="64896" y="17326"/>
                  <a:pt x="66843" y="17250"/>
                  <a:pt x="68737" y="17197"/>
                </a:cubicBezTo>
                <a:cubicBezTo>
                  <a:pt x="75734" y="17005"/>
                  <a:pt x="83307" y="15314"/>
                  <a:pt x="88164" y="10252"/>
                </a:cubicBezTo>
                <a:cubicBezTo>
                  <a:pt x="90227" y="8088"/>
                  <a:pt x="92142" y="4751"/>
                  <a:pt x="95412" y="4751"/>
                </a:cubicBezTo>
                <a:cubicBezTo>
                  <a:pt x="95473" y="4751"/>
                  <a:pt x="95534" y="4752"/>
                  <a:pt x="95596" y="4755"/>
                </a:cubicBezTo>
                <a:cubicBezTo>
                  <a:pt x="98121" y="4844"/>
                  <a:pt x="100940" y="7061"/>
                  <a:pt x="103746" y="7317"/>
                </a:cubicBezTo>
                <a:cubicBezTo>
                  <a:pt x="104253" y="7362"/>
                  <a:pt x="104743" y="7386"/>
                  <a:pt x="105221" y="7386"/>
                </a:cubicBezTo>
                <a:cubicBezTo>
                  <a:pt x="107085" y="7386"/>
                  <a:pt x="108758" y="7018"/>
                  <a:pt x="110512" y="6049"/>
                </a:cubicBezTo>
                <a:cubicBezTo>
                  <a:pt x="113332" y="4460"/>
                  <a:pt x="114741" y="1256"/>
                  <a:pt x="1177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111450" y="4505275"/>
            <a:ext cx="4881646" cy="638232"/>
          </a:xfrm>
          <a:custGeom>
            <a:avLst/>
            <a:gdLst/>
            <a:ahLst/>
            <a:cxnLst/>
            <a:rect l="l" t="t" r="r" b="b"/>
            <a:pathLst>
              <a:path w="81168" h="10612" extrusionOk="0">
                <a:moveTo>
                  <a:pt x="8797" y="1"/>
                </a:moveTo>
                <a:cubicBezTo>
                  <a:pt x="8769" y="1"/>
                  <a:pt x="8742" y="1"/>
                  <a:pt x="8714" y="1"/>
                </a:cubicBezTo>
                <a:cubicBezTo>
                  <a:pt x="3255" y="14"/>
                  <a:pt x="0" y="5396"/>
                  <a:pt x="321" y="10611"/>
                </a:cubicBezTo>
                <a:lnTo>
                  <a:pt x="81167" y="10611"/>
                </a:lnTo>
                <a:cubicBezTo>
                  <a:pt x="80716" y="6685"/>
                  <a:pt x="75944" y="3891"/>
                  <a:pt x="71967" y="3891"/>
                </a:cubicBezTo>
                <a:cubicBezTo>
                  <a:pt x="71427" y="3891"/>
                  <a:pt x="70901" y="3943"/>
                  <a:pt x="70403" y="4050"/>
                </a:cubicBezTo>
                <a:cubicBezTo>
                  <a:pt x="66328" y="4934"/>
                  <a:pt x="63957" y="8112"/>
                  <a:pt x="59524" y="8420"/>
                </a:cubicBezTo>
                <a:cubicBezTo>
                  <a:pt x="59188" y="8444"/>
                  <a:pt x="58857" y="8456"/>
                  <a:pt x="58531" y="8456"/>
                </a:cubicBezTo>
                <a:cubicBezTo>
                  <a:pt x="54926" y="8456"/>
                  <a:pt x="51870" y="7062"/>
                  <a:pt x="48285" y="6498"/>
                </a:cubicBezTo>
                <a:cubicBezTo>
                  <a:pt x="45786" y="6125"/>
                  <a:pt x="42129" y="5252"/>
                  <a:pt x="39110" y="5252"/>
                </a:cubicBezTo>
                <a:cubicBezTo>
                  <a:pt x="38291" y="5252"/>
                  <a:pt x="37518" y="5317"/>
                  <a:pt x="36829" y="5473"/>
                </a:cubicBezTo>
                <a:cubicBezTo>
                  <a:pt x="34138" y="6088"/>
                  <a:pt x="32729" y="7920"/>
                  <a:pt x="29807" y="8048"/>
                </a:cubicBezTo>
                <a:cubicBezTo>
                  <a:pt x="29679" y="8054"/>
                  <a:pt x="29553" y="8056"/>
                  <a:pt x="29428" y="8056"/>
                </a:cubicBezTo>
                <a:cubicBezTo>
                  <a:pt x="25449" y="8056"/>
                  <a:pt x="22959" y="5337"/>
                  <a:pt x="19517" y="3474"/>
                </a:cubicBezTo>
                <a:cubicBezTo>
                  <a:pt x="16273" y="1705"/>
                  <a:pt x="12499" y="1"/>
                  <a:pt x="87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1">
  <p:cSld name="CUSTOM_7_2"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3814575" y="1226425"/>
            <a:ext cx="4045200" cy="25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308013" y="4880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610388" y="387612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"/>
          <p:cNvSpPr/>
          <p:nvPr/>
        </p:nvSpPr>
        <p:spPr>
          <a:xfrm rot="9900013">
            <a:off x="-3571989" y="-250849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 rot="-3600023">
            <a:off x="6124530" y="1980032"/>
            <a:ext cx="6651169" cy="218316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978400" y="1226425"/>
            <a:ext cx="2040000" cy="252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1 1">
  <p:cSld name="CUSTOM_7_2_1">
    <p:bg>
      <p:bgPr>
        <a:solidFill>
          <a:schemeClr val="l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3814575" y="1226425"/>
            <a:ext cx="4045200" cy="2523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978400" y="1226425"/>
            <a:ext cx="2040000" cy="252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308013" y="4880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10388" y="387612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 rot="9900013">
            <a:off x="-3490039" y="-2737"/>
            <a:ext cx="6651142" cy="213971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000"/>
              <a:buNone/>
              <a:defRPr sz="40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None/>
              <a:defRPr sz="9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600"/>
              <a:buFont typeface="Fira Sans Extra Condensed Medium"/>
              <a:buNone/>
              <a:defRPr sz="96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0" name="Google Shape;130;p7"/>
          <p:cNvSpPr/>
          <p:nvPr/>
        </p:nvSpPr>
        <p:spPr>
          <a:xfrm rot="-3600023">
            <a:off x="5514330" y="2517357"/>
            <a:ext cx="6651169" cy="218316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16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/>
          <p:nvPr/>
        </p:nvSpPr>
        <p:spPr>
          <a:xfrm>
            <a:off x="-85575" y="490725"/>
            <a:ext cx="3695700" cy="188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"/>
          <p:cNvSpPr/>
          <p:nvPr/>
        </p:nvSpPr>
        <p:spPr>
          <a:xfrm rot="6214483">
            <a:off x="2850185" y="-198185"/>
            <a:ext cx="5124184" cy="2407210"/>
          </a:xfrm>
          <a:custGeom>
            <a:avLst/>
            <a:gdLst/>
            <a:ahLst/>
            <a:cxnLst/>
            <a:rect l="l" t="t" r="r" b="b"/>
            <a:pathLst>
              <a:path w="143010" h="66905" extrusionOk="0">
                <a:moveTo>
                  <a:pt x="38969" y="1"/>
                </a:moveTo>
                <a:cubicBezTo>
                  <a:pt x="22964" y="1"/>
                  <a:pt x="9880" y="12456"/>
                  <a:pt x="8855" y="28205"/>
                </a:cubicBezTo>
                <a:cubicBezTo>
                  <a:pt x="5075" y="29858"/>
                  <a:pt x="1948" y="32754"/>
                  <a:pt x="0" y="36368"/>
                </a:cubicBezTo>
                <a:lnTo>
                  <a:pt x="0" y="66905"/>
                </a:lnTo>
                <a:lnTo>
                  <a:pt x="141754" y="66905"/>
                </a:lnTo>
                <a:cubicBezTo>
                  <a:pt x="141754" y="66892"/>
                  <a:pt x="143010" y="60805"/>
                  <a:pt x="141741" y="56743"/>
                </a:cubicBezTo>
                <a:cubicBezTo>
                  <a:pt x="141485" y="50297"/>
                  <a:pt x="136167" y="45133"/>
                  <a:pt x="129670" y="45133"/>
                </a:cubicBezTo>
                <a:cubicBezTo>
                  <a:pt x="124775" y="45133"/>
                  <a:pt x="120572" y="48029"/>
                  <a:pt x="118662" y="52219"/>
                </a:cubicBezTo>
                <a:cubicBezTo>
                  <a:pt x="117406" y="51425"/>
                  <a:pt x="115920" y="50976"/>
                  <a:pt x="114331" y="50976"/>
                </a:cubicBezTo>
                <a:cubicBezTo>
                  <a:pt x="112793" y="50976"/>
                  <a:pt x="111371" y="51399"/>
                  <a:pt x="110141" y="52142"/>
                </a:cubicBezTo>
                <a:cubicBezTo>
                  <a:pt x="109513" y="43903"/>
                  <a:pt x="102619" y="37419"/>
                  <a:pt x="94225" y="37419"/>
                </a:cubicBezTo>
                <a:cubicBezTo>
                  <a:pt x="88292" y="37419"/>
                  <a:pt x="83115" y="40674"/>
                  <a:pt x="80373" y="45479"/>
                </a:cubicBezTo>
                <a:cubicBezTo>
                  <a:pt x="80373" y="45364"/>
                  <a:pt x="80385" y="45248"/>
                  <a:pt x="80385" y="45133"/>
                </a:cubicBezTo>
                <a:cubicBezTo>
                  <a:pt x="80385" y="37560"/>
                  <a:pt x="75824" y="31063"/>
                  <a:pt x="69314" y="28205"/>
                </a:cubicBezTo>
                <a:cubicBezTo>
                  <a:pt x="68301" y="12456"/>
                  <a:pt x="55218" y="1"/>
                  <a:pt x="391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"/>
          <p:cNvSpPr/>
          <p:nvPr/>
        </p:nvSpPr>
        <p:spPr>
          <a:xfrm rot="6190284">
            <a:off x="1042004" y="4479830"/>
            <a:ext cx="5124428" cy="2207061"/>
          </a:xfrm>
          <a:custGeom>
            <a:avLst/>
            <a:gdLst/>
            <a:ahLst/>
            <a:cxnLst/>
            <a:rect l="l" t="t" r="r" b="b"/>
            <a:pathLst>
              <a:path w="143010" h="66905" extrusionOk="0">
                <a:moveTo>
                  <a:pt x="38969" y="1"/>
                </a:moveTo>
                <a:cubicBezTo>
                  <a:pt x="22964" y="1"/>
                  <a:pt x="9880" y="12456"/>
                  <a:pt x="8855" y="28205"/>
                </a:cubicBezTo>
                <a:cubicBezTo>
                  <a:pt x="5075" y="29858"/>
                  <a:pt x="1948" y="32754"/>
                  <a:pt x="0" y="36368"/>
                </a:cubicBezTo>
                <a:lnTo>
                  <a:pt x="0" y="66905"/>
                </a:lnTo>
                <a:lnTo>
                  <a:pt x="141754" y="66905"/>
                </a:lnTo>
                <a:cubicBezTo>
                  <a:pt x="141754" y="66892"/>
                  <a:pt x="143010" y="60805"/>
                  <a:pt x="141741" y="56743"/>
                </a:cubicBezTo>
                <a:cubicBezTo>
                  <a:pt x="141485" y="50297"/>
                  <a:pt x="136167" y="45133"/>
                  <a:pt x="129670" y="45133"/>
                </a:cubicBezTo>
                <a:cubicBezTo>
                  <a:pt x="124775" y="45133"/>
                  <a:pt x="120572" y="48029"/>
                  <a:pt x="118662" y="52219"/>
                </a:cubicBezTo>
                <a:cubicBezTo>
                  <a:pt x="117406" y="51425"/>
                  <a:pt x="115920" y="50976"/>
                  <a:pt x="114331" y="50976"/>
                </a:cubicBezTo>
                <a:cubicBezTo>
                  <a:pt x="112793" y="50976"/>
                  <a:pt x="111371" y="51399"/>
                  <a:pt x="110141" y="52142"/>
                </a:cubicBezTo>
                <a:cubicBezTo>
                  <a:pt x="109513" y="43903"/>
                  <a:pt x="102619" y="37419"/>
                  <a:pt x="94225" y="37419"/>
                </a:cubicBezTo>
                <a:cubicBezTo>
                  <a:pt x="88292" y="37419"/>
                  <a:pt x="83115" y="40674"/>
                  <a:pt x="80373" y="45479"/>
                </a:cubicBezTo>
                <a:cubicBezTo>
                  <a:pt x="80373" y="45364"/>
                  <a:pt x="80385" y="45248"/>
                  <a:pt x="80385" y="45133"/>
                </a:cubicBezTo>
                <a:cubicBezTo>
                  <a:pt x="80385" y="37560"/>
                  <a:pt x="75824" y="31063"/>
                  <a:pt x="69314" y="28205"/>
                </a:cubicBezTo>
                <a:cubicBezTo>
                  <a:pt x="68301" y="12456"/>
                  <a:pt x="55218" y="1"/>
                  <a:pt x="3918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-85575" y="-461775"/>
            <a:ext cx="4648200" cy="1886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-85575" y="1147950"/>
            <a:ext cx="4195200" cy="1809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-85575" y="2798975"/>
            <a:ext cx="3931800" cy="1273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"/>
          <p:cNvSpPr/>
          <p:nvPr/>
        </p:nvSpPr>
        <p:spPr>
          <a:xfrm>
            <a:off x="-85575" y="3870300"/>
            <a:ext cx="3036000" cy="136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9"/>
          <p:cNvSpPr txBox="1">
            <a:spLocks noGrp="1"/>
          </p:cNvSpPr>
          <p:nvPr>
            <p:ph type="subTitle" idx="1"/>
          </p:nvPr>
        </p:nvSpPr>
        <p:spPr>
          <a:xfrm>
            <a:off x="814425" y="2211225"/>
            <a:ext cx="2880300" cy="14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9"/>
          <p:cNvSpPr txBox="1">
            <a:spLocks noGrp="1"/>
          </p:cNvSpPr>
          <p:nvPr>
            <p:ph type="subTitle" idx="2"/>
          </p:nvPr>
        </p:nvSpPr>
        <p:spPr>
          <a:xfrm>
            <a:off x="5352250" y="1538563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3"/>
          </p:nvPr>
        </p:nvSpPr>
        <p:spPr>
          <a:xfrm>
            <a:off x="5352250" y="2211225"/>
            <a:ext cx="2877300" cy="14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45" name="Google Shape;145;p9"/>
          <p:cNvSpPr txBox="1">
            <a:spLocks noGrp="1"/>
          </p:cNvSpPr>
          <p:nvPr>
            <p:ph type="ctrTitle"/>
          </p:nvPr>
        </p:nvSpPr>
        <p:spPr>
          <a:xfrm>
            <a:off x="814425" y="1538263"/>
            <a:ext cx="28803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2">
  <p:cSld name="CUSTOM_6_1_1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>
            <a:spLocks noGrp="1"/>
          </p:cNvSpPr>
          <p:nvPr>
            <p:ph type="ctrTitle"/>
          </p:nvPr>
        </p:nvSpPr>
        <p:spPr>
          <a:xfrm>
            <a:off x="2120944" y="1395950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subTitle" idx="1"/>
          </p:nvPr>
        </p:nvSpPr>
        <p:spPr>
          <a:xfrm>
            <a:off x="2120944" y="1857424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1" name="Google Shape;221;p16"/>
          <p:cNvSpPr txBox="1">
            <a:spLocks noGrp="1"/>
          </p:cNvSpPr>
          <p:nvPr>
            <p:ph type="ctrTitle" idx="2"/>
          </p:nvPr>
        </p:nvSpPr>
        <p:spPr>
          <a:xfrm>
            <a:off x="4593656" y="1392550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16"/>
          <p:cNvSpPr txBox="1">
            <a:spLocks noGrp="1"/>
          </p:cNvSpPr>
          <p:nvPr>
            <p:ph type="subTitle" idx="3"/>
          </p:nvPr>
        </p:nvSpPr>
        <p:spPr>
          <a:xfrm>
            <a:off x="5196656" y="1854021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ctrTitle" idx="4"/>
          </p:nvPr>
        </p:nvSpPr>
        <p:spPr>
          <a:xfrm>
            <a:off x="2120944" y="2921676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ubTitle" idx="5"/>
          </p:nvPr>
        </p:nvSpPr>
        <p:spPr>
          <a:xfrm>
            <a:off x="2120944" y="3383150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ctrTitle" idx="6"/>
          </p:nvPr>
        </p:nvSpPr>
        <p:spPr>
          <a:xfrm>
            <a:off x="4593656" y="2918279"/>
            <a:ext cx="24294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7"/>
          </p:nvPr>
        </p:nvSpPr>
        <p:spPr>
          <a:xfrm>
            <a:off x="5196656" y="3379749"/>
            <a:ext cx="18264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ctrTitle" idx="8"/>
          </p:nvPr>
        </p:nvSpPr>
        <p:spPr>
          <a:xfrm>
            <a:off x="723600" y="470625"/>
            <a:ext cx="7707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">
  <p:cSld name="CUSTOM_6_1_1_1_1">
    <p:bg>
      <p:bgPr>
        <a:solidFill>
          <a:schemeClr val="dk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>
            <a:spLocks noGrp="1"/>
          </p:cNvSpPr>
          <p:nvPr>
            <p:ph type="ctrTitle"/>
          </p:nvPr>
        </p:nvSpPr>
        <p:spPr>
          <a:xfrm>
            <a:off x="1121516" y="1708087"/>
            <a:ext cx="1501800" cy="36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ubTitle" idx="1"/>
          </p:nvPr>
        </p:nvSpPr>
        <p:spPr>
          <a:xfrm>
            <a:off x="959216" y="208657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1" name="Google Shape;231;p17"/>
          <p:cNvSpPr txBox="1">
            <a:spLocks noGrp="1"/>
          </p:cNvSpPr>
          <p:nvPr>
            <p:ph type="ctrTitle" idx="2"/>
          </p:nvPr>
        </p:nvSpPr>
        <p:spPr>
          <a:xfrm>
            <a:off x="3777582" y="1709287"/>
            <a:ext cx="14997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7"/>
          <p:cNvSpPr txBox="1">
            <a:spLocks noGrp="1"/>
          </p:cNvSpPr>
          <p:nvPr>
            <p:ph type="subTitle" idx="3"/>
          </p:nvPr>
        </p:nvSpPr>
        <p:spPr>
          <a:xfrm>
            <a:off x="3614232" y="2083183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3" name="Google Shape;233;p17"/>
          <p:cNvSpPr txBox="1">
            <a:spLocks noGrp="1"/>
          </p:cNvSpPr>
          <p:nvPr>
            <p:ph type="ctrTitle" idx="4"/>
          </p:nvPr>
        </p:nvSpPr>
        <p:spPr>
          <a:xfrm>
            <a:off x="1122566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17"/>
          <p:cNvSpPr txBox="1">
            <a:spLocks noGrp="1"/>
          </p:cNvSpPr>
          <p:nvPr>
            <p:ph type="subTitle" idx="5"/>
          </p:nvPr>
        </p:nvSpPr>
        <p:spPr>
          <a:xfrm>
            <a:off x="959216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5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5" name="Google Shape;235;p17"/>
          <p:cNvSpPr txBox="1">
            <a:spLocks noGrp="1"/>
          </p:cNvSpPr>
          <p:nvPr>
            <p:ph type="ctrTitle" idx="6"/>
          </p:nvPr>
        </p:nvSpPr>
        <p:spPr>
          <a:xfrm>
            <a:off x="3878307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7"/>
          <p:cNvSpPr txBox="1">
            <a:spLocks noGrp="1"/>
          </p:cNvSpPr>
          <p:nvPr>
            <p:ph type="subTitle" idx="7"/>
          </p:nvPr>
        </p:nvSpPr>
        <p:spPr>
          <a:xfrm>
            <a:off x="3714957" y="4067186"/>
            <a:ext cx="182640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7" name="Google Shape;237;p17"/>
          <p:cNvSpPr txBox="1">
            <a:spLocks noGrp="1"/>
          </p:cNvSpPr>
          <p:nvPr>
            <p:ph type="ctrTitle" idx="8"/>
          </p:nvPr>
        </p:nvSpPr>
        <p:spPr>
          <a:xfrm>
            <a:off x="723600" y="403035"/>
            <a:ext cx="7707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17"/>
          <p:cNvSpPr txBox="1">
            <a:spLocks noGrp="1"/>
          </p:cNvSpPr>
          <p:nvPr>
            <p:ph type="ctrTitle" idx="9"/>
          </p:nvPr>
        </p:nvSpPr>
        <p:spPr>
          <a:xfrm>
            <a:off x="6540147" y="1709137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7"/>
          <p:cNvSpPr txBox="1">
            <a:spLocks noGrp="1"/>
          </p:cNvSpPr>
          <p:nvPr>
            <p:ph type="subTitle" idx="13"/>
          </p:nvPr>
        </p:nvSpPr>
        <p:spPr>
          <a:xfrm>
            <a:off x="6376797" y="2083181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0" name="Google Shape;240;p17"/>
          <p:cNvSpPr txBox="1">
            <a:spLocks noGrp="1"/>
          </p:cNvSpPr>
          <p:nvPr>
            <p:ph type="ctrTitle" idx="14"/>
          </p:nvPr>
        </p:nvSpPr>
        <p:spPr>
          <a:xfrm>
            <a:off x="6587984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7"/>
          <p:cNvSpPr txBox="1">
            <a:spLocks noGrp="1"/>
          </p:cNvSpPr>
          <p:nvPr>
            <p:ph type="subTitle" idx="15"/>
          </p:nvPr>
        </p:nvSpPr>
        <p:spPr>
          <a:xfrm>
            <a:off x="6424634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17"/>
          <p:cNvSpPr/>
          <p:nvPr/>
        </p:nvSpPr>
        <p:spPr>
          <a:xfrm rot="-2700000">
            <a:off x="7156242" y="2870389"/>
            <a:ext cx="4954058" cy="1626055"/>
          </a:xfrm>
          <a:custGeom>
            <a:avLst/>
            <a:gdLst/>
            <a:ahLst/>
            <a:cxnLst/>
            <a:rect l="l" t="t" r="r" b="b"/>
            <a:pathLst>
              <a:path w="139217" h="44787" extrusionOk="0">
                <a:moveTo>
                  <a:pt x="69532" y="0"/>
                </a:moveTo>
                <a:cubicBezTo>
                  <a:pt x="58819" y="0"/>
                  <a:pt x="50041" y="8343"/>
                  <a:pt x="49362" y="18902"/>
                </a:cubicBezTo>
                <a:cubicBezTo>
                  <a:pt x="44992" y="20811"/>
                  <a:pt x="41955" y="25155"/>
                  <a:pt x="41955" y="30242"/>
                </a:cubicBezTo>
                <a:lnTo>
                  <a:pt x="41955" y="30460"/>
                </a:lnTo>
                <a:cubicBezTo>
                  <a:pt x="40110" y="27244"/>
                  <a:pt x="36650" y="25065"/>
                  <a:pt x="32664" y="25065"/>
                </a:cubicBezTo>
                <a:cubicBezTo>
                  <a:pt x="27039" y="25065"/>
                  <a:pt x="22426" y="29410"/>
                  <a:pt x="22016" y="34920"/>
                </a:cubicBezTo>
                <a:cubicBezTo>
                  <a:pt x="21195" y="34420"/>
                  <a:pt x="20234" y="34151"/>
                  <a:pt x="19209" y="34151"/>
                </a:cubicBezTo>
                <a:cubicBezTo>
                  <a:pt x="18146" y="34151"/>
                  <a:pt x="17159" y="34458"/>
                  <a:pt x="16313" y="34958"/>
                </a:cubicBezTo>
                <a:cubicBezTo>
                  <a:pt x="15032" y="32165"/>
                  <a:pt x="12200" y="30230"/>
                  <a:pt x="8945" y="30230"/>
                </a:cubicBezTo>
                <a:cubicBezTo>
                  <a:pt x="4575" y="30230"/>
                  <a:pt x="1013" y="33664"/>
                  <a:pt x="846" y="37995"/>
                </a:cubicBezTo>
                <a:cubicBezTo>
                  <a:pt x="0" y="40712"/>
                  <a:pt x="833" y="44787"/>
                  <a:pt x="833" y="44787"/>
                </a:cubicBezTo>
                <a:lnTo>
                  <a:pt x="138384" y="44787"/>
                </a:lnTo>
                <a:cubicBezTo>
                  <a:pt x="138384" y="44787"/>
                  <a:pt x="139217" y="40712"/>
                  <a:pt x="138384" y="37995"/>
                </a:cubicBezTo>
                <a:cubicBezTo>
                  <a:pt x="138204" y="33664"/>
                  <a:pt x="134655" y="30230"/>
                  <a:pt x="130298" y="30230"/>
                </a:cubicBezTo>
                <a:cubicBezTo>
                  <a:pt x="127030" y="30230"/>
                  <a:pt x="124211" y="32165"/>
                  <a:pt x="122930" y="34958"/>
                </a:cubicBezTo>
                <a:cubicBezTo>
                  <a:pt x="122071" y="34433"/>
                  <a:pt x="121097" y="34151"/>
                  <a:pt x="120021" y="34151"/>
                </a:cubicBezTo>
                <a:cubicBezTo>
                  <a:pt x="118995" y="34151"/>
                  <a:pt x="118034" y="34433"/>
                  <a:pt x="117227" y="34920"/>
                </a:cubicBezTo>
                <a:cubicBezTo>
                  <a:pt x="116804" y="29410"/>
                  <a:pt x="112191" y="25065"/>
                  <a:pt x="106565" y="25065"/>
                </a:cubicBezTo>
                <a:cubicBezTo>
                  <a:pt x="102593" y="25065"/>
                  <a:pt x="99120" y="27244"/>
                  <a:pt x="97275" y="30460"/>
                </a:cubicBezTo>
                <a:lnTo>
                  <a:pt x="97275" y="30242"/>
                </a:lnTo>
                <a:cubicBezTo>
                  <a:pt x="97275" y="25155"/>
                  <a:pt x="94225" y="20811"/>
                  <a:pt x="89868" y="18902"/>
                </a:cubicBezTo>
                <a:cubicBezTo>
                  <a:pt x="89189" y="8343"/>
                  <a:pt x="80411" y="0"/>
                  <a:pt x="696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design 5">
  <p:cSld name="CUSTOM_23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9"/>
          <p:cNvSpPr txBox="1">
            <a:spLocks noGrp="1"/>
          </p:cNvSpPr>
          <p:nvPr>
            <p:ph type="ctrTitle"/>
          </p:nvPr>
        </p:nvSpPr>
        <p:spPr>
          <a:xfrm flipH="1">
            <a:off x="4101725" y="2243225"/>
            <a:ext cx="2755800" cy="19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None/>
              <a:defRPr sz="3600">
                <a:solidFill>
                  <a:srgbClr val="CCCCC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6500"/>
              <a:buNone/>
              <a:defRPr sz="65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-517450" y="2419325"/>
            <a:ext cx="44883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0"/>
              <a:buNone/>
              <a:defRPr sz="16000">
                <a:solidFill>
                  <a:srgbClr val="CCCCC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0"/>
              <a:buFont typeface="Fira Sans Extra Condensed Medium"/>
              <a:buNone/>
              <a:defRPr sz="14000">
                <a:solidFill>
                  <a:srgbClr val="CCCCCC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56" name="Google Shape;256;p19"/>
          <p:cNvSpPr/>
          <p:nvPr/>
        </p:nvSpPr>
        <p:spPr>
          <a:xfrm>
            <a:off x="2609300" y="753125"/>
            <a:ext cx="4099200" cy="3583200"/>
          </a:xfrm>
          <a:prstGeom prst="rect">
            <a:avLst/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1">
  <p:cSld name="CUSTOM_6_1_1_2"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>
            <a:spLocks noGrp="1"/>
          </p:cNvSpPr>
          <p:nvPr>
            <p:ph type="ctrTitle"/>
          </p:nvPr>
        </p:nvSpPr>
        <p:spPr>
          <a:xfrm>
            <a:off x="723600" y="4752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6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27">
    <p:bg>
      <p:bgPr>
        <a:solidFill>
          <a:srgbClr val="FFFFFF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FAF59-80FD-42F8-B77B-6179688B7234}" type="datetimeFigureOut">
              <a:rPr lang="de-DE" smtClean="0"/>
              <a:t>05.12.2025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89FD0-501B-4C6F-9CB2-8996B7BF4E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919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87599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jalla One"/>
              <a:buNone/>
              <a:defRPr sz="2800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●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bel"/>
              <a:buChar char="○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Abel"/>
              <a:buChar char="■"/>
              <a:defRPr sz="1200">
                <a:solidFill>
                  <a:schemeClr val="dk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62" r:id="rId8"/>
    <p:sldLayoutId id="2147483663" r:id="rId9"/>
    <p:sldLayoutId id="2147483665" r:id="rId10"/>
    <p:sldLayoutId id="2147483669" r:id="rId11"/>
    <p:sldLayoutId id="2147483670" r:id="rId12"/>
    <p:sldLayoutId id="2147483672" r:id="rId13"/>
    <p:sldLayoutId id="2147483675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>
          <p15:clr>
            <a:srgbClr val="EA4335"/>
          </p15:clr>
        </p15:guide>
        <p15:guide id="3" pos="5760">
          <p15:clr>
            <a:srgbClr val="EA4335"/>
          </p15:clr>
        </p15:guide>
        <p15:guide id="4" pos="5311">
          <p15:clr>
            <a:srgbClr val="EA4335"/>
          </p15:clr>
        </p15:guide>
        <p15:guide id="5" pos="449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 pos="2903">
          <p15:clr>
            <a:srgbClr val="EA4335"/>
          </p15:clr>
        </p15:guide>
        <p15:guide id="9" orient="horz" pos="51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/>
          <p:nvPr/>
        </p:nvSpPr>
        <p:spPr>
          <a:xfrm>
            <a:off x="551550" y="2939475"/>
            <a:ext cx="3209100" cy="1082675"/>
          </a:xfrm>
          <a:prstGeom prst="rect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297" name="Google Shape;297;p29"/>
          <p:cNvSpPr txBox="1">
            <a:spLocks noGrp="1"/>
          </p:cNvSpPr>
          <p:nvPr>
            <p:ph type="subTitle" idx="1"/>
          </p:nvPr>
        </p:nvSpPr>
        <p:spPr>
          <a:xfrm>
            <a:off x="551550" y="2939475"/>
            <a:ext cx="3209100" cy="110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resented by :</a:t>
            </a:r>
            <a:br>
              <a:rPr lang="en" dirty="0"/>
            </a:br>
            <a:r>
              <a:rPr lang="en" dirty="0"/>
              <a:t>1- Asmaa Magdy</a:t>
            </a:r>
            <a:br>
              <a:rPr lang="en" dirty="0"/>
            </a:br>
            <a:r>
              <a:rPr lang="en" dirty="0"/>
              <a:t>2- Ahmed Hossam El-din</a:t>
            </a:r>
            <a:br>
              <a:rPr lang="en" dirty="0"/>
            </a:br>
            <a:r>
              <a:rPr lang="en" dirty="0"/>
              <a:t>3- Sondos Hassan</a:t>
            </a:r>
            <a:endParaRPr dirty="0"/>
          </a:p>
        </p:txBody>
      </p:sp>
      <p:sp>
        <p:nvSpPr>
          <p:cNvPr id="298" name="Google Shape;298;p29"/>
          <p:cNvSpPr txBox="1">
            <a:spLocks noGrp="1"/>
          </p:cNvSpPr>
          <p:nvPr>
            <p:ph type="ctrTitle"/>
          </p:nvPr>
        </p:nvSpPr>
        <p:spPr>
          <a:xfrm>
            <a:off x="222250" y="819000"/>
            <a:ext cx="4730750" cy="248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600" b="1" dirty="0"/>
              <a:t>Unilever Performance in Alignment with Egypt </a:t>
            </a:r>
            <a:br>
              <a:rPr lang="en-US" sz="3600" b="1" dirty="0"/>
            </a:br>
            <a:r>
              <a:rPr lang="en-US" sz="3600" b="1" dirty="0"/>
              <a:t>Vision 2030</a:t>
            </a:r>
            <a:endParaRPr sz="3600" dirty="0"/>
          </a:p>
        </p:txBody>
      </p:sp>
      <p:pic>
        <p:nvPicPr>
          <p:cNvPr id="2" name="Picture 1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1DB3F9A1-5AEF-BE09-3687-92C6F3F15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3244"/>
            <a:ext cx="1378131" cy="1120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1"/>
          <p:cNvSpPr/>
          <p:nvPr/>
        </p:nvSpPr>
        <p:spPr>
          <a:xfrm>
            <a:off x="4828695" y="143533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1"/>
          <p:cNvSpPr/>
          <p:nvPr/>
        </p:nvSpPr>
        <p:spPr>
          <a:xfrm>
            <a:off x="4828695" y="2593121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1"/>
          <p:cNvSpPr/>
          <p:nvPr/>
        </p:nvSpPr>
        <p:spPr>
          <a:xfrm>
            <a:off x="4828695" y="3733322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1"/>
          <p:cNvSpPr/>
          <p:nvPr/>
        </p:nvSpPr>
        <p:spPr>
          <a:xfrm flipH="1">
            <a:off x="3769684" y="374730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1"/>
          <p:cNvSpPr/>
          <p:nvPr/>
        </p:nvSpPr>
        <p:spPr>
          <a:xfrm flipH="1">
            <a:off x="3769684" y="1431558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 flipH="1">
            <a:off x="3769684" y="2585721"/>
            <a:ext cx="593700" cy="639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 txBox="1">
            <a:spLocks noGrp="1"/>
          </p:cNvSpPr>
          <p:nvPr>
            <p:ph type="ctrTitle" idx="3"/>
          </p:nvPr>
        </p:nvSpPr>
        <p:spPr>
          <a:xfrm>
            <a:off x="1620600" y="652538"/>
            <a:ext cx="5902800" cy="53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</a:t>
            </a:r>
            <a:endParaRPr dirty="0"/>
          </a:p>
        </p:txBody>
      </p:sp>
      <p:sp>
        <p:nvSpPr>
          <p:cNvPr id="317" name="Google Shape;317;p31"/>
          <p:cNvSpPr txBox="1">
            <a:spLocks noGrp="1"/>
          </p:cNvSpPr>
          <p:nvPr>
            <p:ph type="ctrTitle"/>
          </p:nvPr>
        </p:nvSpPr>
        <p:spPr>
          <a:xfrm flipH="1">
            <a:off x="664925" y="1576829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Overview</a:t>
            </a:r>
            <a:endParaRPr dirty="0"/>
          </a:p>
        </p:txBody>
      </p:sp>
      <p:sp>
        <p:nvSpPr>
          <p:cNvPr id="319" name="Google Shape;319;p31"/>
          <p:cNvSpPr txBox="1">
            <a:spLocks noGrp="1"/>
          </p:cNvSpPr>
          <p:nvPr>
            <p:ph type="title" idx="2"/>
          </p:nvPr>
        </p:nvSpPr>
        <p:spPr>
          <a:xfrm flipH="1">
            <a:off x="3670234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 </a:t>
            </a:r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ctrTitle" idx="4"/>
          </p:nvPr>
        </p:nvSpPr>
        <p:spPr>
          <a:xfrm flipH="1">
            <a:off x="594484" y="2699386"/>
            <a:ext cx="29763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FMCG Market Analysis</a:t>
            </a:r>
            <a:endParaRPr dirty="0"/>
          </a:p>
        </p:txBody>
      </p:sp>
      <p:sp>
        <p:nvSpPr>
          <p:cNvPr id="322" name="Google Shape;322;p31"/>
          <p:cNvSpPr txBox="1">
            <a:spLocks noGrp="1"/>
          </p:cNvSpPr>
          <p:nvPr>
            <p:ph type="title" idx="6"/>
          </p:nvPr>
        </p:nvSpPr>
        <p:spPr>
          <a:xfrm flipH="1">
            <a:off x="3670234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3" name="Google Shape;323;p31"/>
          <p:cNvSpPr txBox="1">
            <a:spLocks noGrp="1"/>
          </p:cNvSpPr>
          <p:nvPr>
            <p:ph type="ctrTitle" idx="7"/>
          </p:nvPr>
        </p:nvSpPr>
        <p:spPr>
          <a:xfrm flipH="1">
            <a:off x="739456" y="3859757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Unilever Structure</a:t>
            </a:r>
            <a:endParaRPr dirty="0"/>
          </a:p>
        </p:txBody>
      </p:sp>
      <p:sp>
        <p:nvSpPr>
          <p:cNvPr id="325" name="Google Shape;325;p31"/>
          <p:cNvSpPr txBox="1">
            <a:spLocks noGrp="1"/>
          </p:cNvSpPr>
          <p:nvPr>
            <p:ph type="title" idx="9"/>
          </p:nvPr>
        </p:nvSpPr>
        <p:spPr>
          <a:xfrm flipH="1">
            <a:off x="3670234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6" name="Google Shape;326;p31"/>
          <p:cNvSpPr txBox="1">
            <a:spLocks noGrp="1"/>
          </p:cNvSpPr>
          <p:nvPr>
            <p:ph type="ctrTitle" idx="13"/>
          </p:nvPr>
        </p:nvSpPr>
        <p:spPr>
          <a:xfrm>
            <a:off x="5498575" y="1588431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Analysis</a:t>
            </a:r>
            <a:endParaRPr dirty="0"/>
          </a:p>
        </p:txBody>
      </p:sp>
      <p:sp>
        <p:nvSpPr>
          <p:cNvPr id="328" name="Google Shape;328;p31"/>
          <p:cNvSpPr txBox="1">
            <a:spLocks noGrp="1"/>
          </p:cNvSpPr>
          <p:nvPr>
            <p:ph type="title" idx="15"/>
          </p:nvPr>
        </p:nvSpPr>
        <p:spPr>
          <a:xfrm>
            <a:off x="4729239" y="1545182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9" name="Google Shape;329;p31"/>
          <p:cNvSpPr txBox="1">
            <a:spLocks noGrp="1"/>
          </p:cNvSpPr>
          <p:nvPr>
            <p:ph type="ctrTitle" idx="16"/>
          </p:nvPr>
        </p:nvSpPr>
        <p:spPr>
          <a:xfrm>
            <a:off x="5498575" y="2699386"/>
            <a:ext cx="2980500" cy="2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Sustainability</a:t>
            </a:r>
          </a:p>
        </p:txBody>
      </p:sp>
      <p:sp>
        <p:nvSpPr>
          <p:cNvPr id="331" name="Google Shape;331;p31"/>
          <p:cNvSpPr txBox="1">
            <a:spLocks noGrp="1"/>
          </p:cNvSpPr>
          <p:nvPr>
            <p:ph type="title" idx="18"/>
          </p:nvPr>
        </p:nvSpPr>
        <p:spPr>
          <a:xfrm>
            <a:off x="4729239" y="269250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ctrTitle" idx="19"/>
          </p:nvPr>
        </p:nvSpPr>
        <p:spPr>
          <a:xfrm>
            <a:off x="5521839" y="3838100"/>
            <a:ext cx="29805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Vision</a:t>
            </a:r>
            <a:endParaRPr dirty="0"/>
          </a:p>
        </p:txBody>
      </p:sp>
      <p:sp>
        <p:nvSpPr>
          <p:cNvPr id="334" name="Google Shape;334;p31"/>
          <p:cNvSpPr txBox="1">
            <a:spLocks noGrp="1"/>
          </p:cNvSpPr>
          <p:nvPr>
            <p:ph type="title" idx="21"/>
          </p:nvPr>
        </p:nvSpPr>
        <p:spPr>
          <a:xfrm>
            <a:off x="4729239" y="3859757"/>
            <a:ext cx="792600" cy="41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pic>
        <p:nvPicPr>
          <p:cNvPr id="15" name="Picture 14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F8FD30E7-1BAD-C225-7CEC-E8B60E28F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69" y="3923166"/>
            <a:ext cx="1378131" cy="1120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4"/>
          <p:cNvSpPr/>
          <p:nvPr/>
        </p:nvSpPr>
        <p:spPr>
          <a:xfrm>
            <a:off x="4114775" y="1591150"/>
            <a:ext cx="3049200" cy="186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4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Overview</a:t>
            </a:r>
            <a:endParaRPr dirty="0"/>
          </a:p>
        </p:txBody>
      </p:sp>
      <p:sp>
        <p:nvSpPr>
          <p:cNvPr id="360" name="Google Shape;360;p34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>
          <a:extLst>
            <a:ext uri="{FF2B5EF4-FFF2-40B4-BE49-F238E27FC236}">
              <a16:creationId xmlns:a16="http://schemas.microsoft.com/office/drawing/2014/main" id="{F60F4398-8D29-23AC-7CDB-6EBB8A778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">
            <a:extLst>
              <a:ext uri="{FF2B5EF4-FFF2-40B4-BE49-F238E27FC236}">
                <a16:creationId xmlns:a16="http://schemas.microsoft.com/office/drawing/2014/main" id="{DF6FB29D-4DE9-2880-5BBA-44B50B1E8A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915625" y="1652725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Problem</a:t>
            </a:r>
            <a:endParaRPr sz="2800"/>
          </a:p>
        </p:txBody>
      </p:sp>
      <p:sp>
        <p:nvSpPr>
          <p:cNvPr id="388" name="Google Shape;388;p36">
            <a:extLst>
              <a:ext uri="{FF2B5EF4-FFF2-40B4-BE49-F238E27FC236}">
                <a16:creationId xmlns:a16="http://schemas.microsoft.com/office/drawing/2014/main" id="{977C483E-6E6A-6091-0A8E-FE08E14EF2D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14425" y="2004950"/>
            <a:ext cx="2880300" cy="2897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Egypt Vision 2030 sets a comprehensive framework for sustainable development. The FMCG market, which accounts for approximately </a:t>
            </a:r>
            <a:r>
              <a:rPr lang="en-US" b="1" dirty="0"/>
              <a:t>30% of total retail activity in Egypt</a:t>
            </a:r>
            <a:r>
              <a:rPr lang="en-US" dirty="0"/>
              <a:t>, is a major contributor to economic and social progress. However, a unified dashboard that links FMCG market performance to Vision 2030 objectives is still missing.</a:t>
            </a:r>
            <a:endParaRPr dirty="0"/>
          </a:p>
        </p:txBody>
      </p:sp>
      <p:sp>
        <p:nvSpPr>
          <p:cNvPr id="389" name="Google Shape;389;p36">
            <a:extLst>
              <a:ext uri="{FF2B5EF4-FFF2-40B4-BE49-F238E27FC236}">
                <a16:creationId xmlns:a16="http://schemas.microsoft.com/office/drawing/2014/main" id="{6FD75F65-72E7-7C67-A3C6-DE0ADB5CBA5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352250" y="2211224"/>
            <a:ext cx="2877300" cy="25957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create a unified visualization tool that uses </a:t>
            </a:r>
            <a:r>
              <a:rPr lang="en-US" b="1" dirty="0"/>
              <a:t>Unilever as a representative case</a:t>
            </a:r>
            <a:r>
              <a:rPr lang="en-US" dirty="0"/>
              <a:t> to evaluate how an FMCG company’s financial, social, and environmental performance aligns with the pillars of Egypt Vision 2030. This approach demonstrates a scalable model that other market players can adopt.</a:t>
            </a:r>
            <a:endParaRPr dirty="0"/>
          </a:p>
        </p:txBody>
      </p:sp>
      <p:sp>
        <p:nvSpPr>
          <p:cNvPr id="390" name="Google Shape;390;p36">
            <a:extLst>
              <a:ext uri="{FF2B5EF4-FFF2-40B4-BE49-F238E27FC236}">
                <a16:creationId xmlns:a16="http://schemas.microsoft.com/office/drawing/2014/main" id="{C893B44A-841B-8FD0-FA64-1101D8C08BE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5351075" y="1193226"/>
            <a:ext cx="2877300" cy="6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sp>
        <p:nvSpPr>
          <p:cNvPr id="391" name="Google Shape;391;p36">
            <a:extLst>
              <a:ext uri="{FF2B5EF4-FFF2-40B4-BE49-F238E27FC236}">
                <a16:creationId xmlns:a16="http://schemas.microsoft.com/office/drawing/2014/main" id="{006089A7-77B1-4BD7-6DC6-1B249656CF2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14425" y="1199863"/>
            <a:ext cx="2880300" cy="6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647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9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FMCG Market Analysis </a:t>
            </a:r>
            <a:endParaRPr dirty="0"/>
          </a:p>
        </p:txBody>
      </p:sp>
      <p:sp>
        <p:nvSpPr>
          <p:cNvPr id="467" name="Google Shape;467;p39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"/>
          <p:cNvSpPr/>
          <p:nvPr/>
        </p:nvSpPr>
        <p:spPr>
          <a:xfrm>
            <a:off x="3874572" y="2073755"/>
            <a:ext cx="4695600" cy="1603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3874575" y="1302227"/>
            <a:ext cx="4695600" cy="771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sp>
        <p:nvSpPr>
          <p:cNvPr id="341" name="Google Shape;341;p32"/>
          <p:cNvSpPr txBox="1">
            <a:spLocks noGrp="1"/>
          </p:cNvSpPr>
          <p:nvPr>
            <p:ph type="subTitle" idx="1"/>
          </p:nvPr>
        </p:nvSpPr>
        <p:spPr>
          <a:xfrm>
            <a:off x="4284767" y="2121138"/>
            <a:ext cx="3858600" cy="14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>
              <a:buFont typeface="Wingdings" panose="05000000000000000000" pitchFamily="2" charset="2"/>
              <a:buChar char="§"/>
            </a:pPr>
            <a:r>
              <a:rPr lang="en-GB" dirty="0"/>
              <a:t> Top 10 FMCGs Company per Revenue</a:t>
            </a:r>
          </a:p>
          <a:p>
            <a:pPr marL="285750" lvl="0" indent="-285750" algn="l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lvl="0" indent="-285750" algn="l">
              <a:buFont typeface="Wingdings" panose="05000000000000000000" pitchFamily="2" charset="2"/>
              <a:buChar char="§"/>
            </a:pPr>
            <a:r>
              <a:rPr lang="en-GB" dirty="0"/>
              <a:t>Why Unilever is our Case ?</a:t>
            </a:r>
          </a:p>
          <a:p>
            <a:pPr marL="0" lvl="0" indent="0" algn="l"/>
            <a:r>
              <a:rPr lang="en-GB" dirty="0"/>
              <a:t>     - Volume growth           - Emerging markets</a:t>
            </a:r>
          </a:p>
          <a:p>
            <a:pPr marL="0" lvl="0" indent="0" algn="l"/>
            <a:r>
              <a:rPr lang="en-GB" dirty="0"/>
              <a:t>     - Renewable Energy      - Plastic Reduction</a:t>
            </a:r>
          </a:p>
        </p:txBody>
      </p:sp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 flipH="1">
            <a:off x="2994424" y="1282525"/>
            <a:ext cx="48948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dirty="0"/>
              <a:t>Market Analysis</a:t>
            </a:r>
            <a:endParaRPr dirty="0"/>
          </a:p>
        </p:txBody>
      </p:sp>
      <p:pic>
        <p:nvPicPr>
          <p:cNvPr id="2" name="Picture 1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89F97E34-F6B9-FCC2-B96A-4957CB5A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55" y="4023275"/>
            <a:ext cx="1378131" cy="1120225"/>
          </a:xfrm>
          <a:prstGeom prst="rect">
            <a:avLst/>
          </a:prstGeom>
        </p:spPr>
      </p:pic>
      <p:pic>
        <p:nvPicPr>
          <p:cNvPr id="4" name="Graphic 3" descr="Magnifying glass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79E6229B-8F12-D98A-2148-F5100B73C0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8905" y="1360570"/>
            <a:ext cx="688551" cy="688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E7424F-701F-34F4-AD0E-06033E45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691" y="0"/>
            <a:ext cx="92876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7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5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Unilever Structure</a:t>
            </a:r>
            <a:endParaRPr dirty="0"/>
          </a:p>
        </p:txBody>
      </p:sp>
      <p:sp>
        <p:nvSpPr>
          <p:cNvPr id="620" name="Google Shape;620;p45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/>
          <p:nvPr/>
        </p:nvSpPr>
        <p:spPr>
          <a:xfrm>
            <a:off x="1875319" y="1369416"/>
            <a:ext cx="5409900" cy="93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3"/>
          <p:cNvSpPr/>
          <p:nvPr/>
        </p:nvSpPr>
        <p:spPr>
          <a:xfrm>
            <a:off x="6212994" y="1369425"/>
            <a:ext cx="1072200" cy="9321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3"/>
          <p:cNvSpPr/>
          <p:nvPr/>
        </p:nvSpPr>
        <p:spPr>
          <a:xfrm>
            <a:off x="1875419" y="2304825"/>
            <a:ext cx="5409900" cy="1603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ctrTitle"/>
          </p:nvPr>
        </p:nvSpPr>
        <p:spPr>
          <a:xfrm>
            <a:off x="1652082" y="1540954"/>
            <a:ext cx="3867300" cy="5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GB" dirty="0"/>
              <a:t>Unilever Structure    </a:t>
            </a:r>
          </a:p>
        </p:txBody>
      </p:sp>
      <p:sp>
        <p:nvSpPr>
          <p:cNvPr id="351" name="Google Shape;351;p33"/>
          <p:cNvSpPr txBox="1">
            <a:spLocks noGrp="1"/>
          </p:cNvSpPr>
          <p:nvPr>
            <p:ph type="subTitle" idx="1"/>
          </p:nvPr>
        </p:nvSpPr>
        <p:spPr>
          <a:xfrm>
            <a:off x="2396676" y="2456175"/>
            <a:ext cx="4186200" cy="13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- Age Distribution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sz="1600" dirty="0">
              <a:latin typeface="Abel"/>
              <a:ea typeface="Abel"/>
              <a:cs typeface="Abel"/>
              <a:sym typeface="Abel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- Gender Distribution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GB" sz="1600" dirty="0">
              <a:latin typeface="Abel"/>
              <a:ea typeface="Abel"/>
              <a:cs typeface="Abel"/>
              <a:sym typeface="Abe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latin typeface="Abel"/>
                <a:ea typeface="Abel"/>
                <a:cs typeface="Abel"/>
                <a:sym typeface="Abel"/>
              </a:rPr>
              <a:t>      - Region Distribution</a:t>
            </a:r>
          </a:p>
        </p:txBody>
      </p:sp>
      <p:pic>
        <p:nvPicPr>
          <p:cNvPr id="4" name="Picture 3" descr="A blue letter with a black background&#10;&#10;AI-generated content may be incorrect.">
            <a:extLst>
              <a:ext uri="{FF2B5EF4-FFF2-40B4-BE49-F238E27FC236}">
                <a16:creationId xmlns:a16="http://schemas.microsoft.com/office/drawing/2014/main" id="{17AE729D-E4AD-EEBF-0164-6B7FE6240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87" y="3908025"/>
            <a:ext cx="1313895" cy="1036104"/>
          </a:xfrm>
          <a:prstGeom prst="rect">
            <a:avLst/>
          </a:prstGeom>
        </p:spPr>
      </p:pic>
      <p:pic>
        <p:nvPicPr>
          <p:cNvPr id="13" name="Graphic 12" descr="Group of people outline">
            <a:hlinkClick r:id="rId4" action="ppaction://hlinksldjump"/>
            <a:extLst>
              <a:ext uri="{FF2B5EF4-FFF2-40B4-BE49-F238E27FC236}">
                <a16:creationId xmlns:a16="http://schemas.microsoft.com/office/drawing/2014/main" id="{55B5854B-B341-5DD7-32DC-6A8AE1D00F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752" y="2571750"/>
            <a:ext cx="1059124" cy="10591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DCE24-2E70-8854-4687-D6229EB22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-97971"/>
            <a:ext cx="9189720" cy="531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242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2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Business Analysis</a:t>
            </a:r>
            <a:endParaRPr dirty="0"/>
          </a:p>
        </p:txBody>
      </p:sp>
      <p:sp>
        <p:nvSpPr>
          <p:cNvPr id="882" name="Google Shape;882;p52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C8A16B82-6A3C-46F5-8D32-072FDF89864A}"/>
              </a:ext>
            </a:extLst>
          </p:cNvPr>
          <p:cNvGrpSpPr/>
          <p:nvPr/>
        </p:nvGrpSpPr>
        <p:grpSpPr>
          <a:xfrm>
            <a:off x="-6977100" y="0"/>
            <a:ext cx="9362190" cy="5143500"/>
            <a:chOff x="-290920" y="0"/>
            <a:chExt cx="1248292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F391CEE-E392-4A9D-BD11-6954B994FB42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AC43ACA-5000-40E2-80D3-19833F9F1A3F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E022673-C77C-4E8F-AF41-8B283703E87E}"/>
                </a:ext>
              </a:extLst>
            </p:cNvPr>
            <p:cNvSpPr txBox="1"/>
            <p:nvPr/>
          </p:nvSpPr>
          <p:spPr>
            <a:xfrm rot="16200000">
              <a:off x="10872791" y="3210123"/>
              <a:ext cx="199208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Segments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D023B-AE8D-405F-90E6-27B0D4707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A27401-3327-4871-86AC-B461CA62C3AC}"/>
              </a:ext>
            </a:extLst>
          </p:cNvPr>
          <p:cNvGrpSpPr/>
          <p:nvPr/>
        </p:nvGrpSpPr>
        <p:grpSpPr>
          <a:xfrm>
            <a:off x="-6599088" y="0"/>
            <a:ext cx="8585626" cy="5143500"/>
            <a:chOff x="213096" y="0"/>
            <a:chExt cx="11447501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6C029B-A799-4206-A656-A006D8F8399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328131-EC42-4D6D-A247-91FD3D23E58C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A728384-87ED-4E87-8F78-97EB653FDC67}"/>
                </a:ext>
              </a:extLst>
            </p:cNvPr>
            <p:cNvSpPr txBox="1"/>
            <p:nvPr/>
          </p:nvSpPr>
          <p:spPr>
            <a:xfrm rot="16200000">
              <a:off x="10341391" y="3244332"/>
              <a:ext cx="1992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2B44F548-697F-412D-9B99-861C27246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099890-786A-4F87-960D-5DADE5168909}"/>
              </a:ext>
            </a:extLst>
          </p:cNvPr>
          <p:cNvGrpSpPr/>
          <p:nvPr/>
        </p:nvGrpSpPr>
        <p:grpSpPr>
          <a:xfrm>
            <a:off x="-5885729" y="0"/>
            <a:ext cx="7470819" cy="5143500"/>
            <a:chOff x="491575" y="0"/>
            <a:chExt cx="9961092" cy="68580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E9AAB1E-3A13-4745-A574-9EE6806378C9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BC0F905-3F71-4932-B130-39D508C4D117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3EC5869-A976-4328-A864-2BB04E7E7BFC}"/>
                </a:ext>
              </a:extLst>
            </p:cNvPr>
            <p:cNvSpPr txBox="1"/>
            <p:nvPr/>
          </p:nvSpPr>
          <p:spPr>
            <a:xfrm rot="16200000">
              <a:off x="9117130" y="3328109"/>
              <a:ext cx="1992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 &amp; Refreshment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C8E4AB7-ADC0-4FEE-AE7A-994F5DAD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E4F6447-6163-4D6A-A8D2-BD63B6CB3A42}"/>
              </a:ext>
            </a:extLst>
          </p:cNvPr>
          <p:cNvGrpSpPr/>
          <p:nvPr/>
        </p:nvGrpSpPr>
        <p:grpSpPr>
          <a:xfrm>
            <a:off x="-5988898" y="0"/>
            <a:ext cx="7180571" cy="5143500"/>
            <a:chOff x="491575" y="0"/>
            <a:chExt cx="9574094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CB8CB55-9DEC-4367-900E-7257FE1B874F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DBAEDD6-7153-4AFF-BDC7-5A225B4B5642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2F9D37B-DE70-4087-8A7F-BBA0BAF5B6CF}"/>
                </a:ext>
              </a:extLst>
            </p:cNvPr>
            <p:cNvSpPr txBox="1"/>
            <p:nvPr/>
          </p:nvSpPr>
          <p:spPr>
            <a:xfrm rot="16200000">
              <a:off x="8746446" y="3287071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FA13E8D-3FCC-4EC2-BD8C-6CE7CA0E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1382190-201C-4BAE-91F3-296A26671C96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FD3EE0D-FD02-4885-9AC0-03F414A9888F}"/>
              </a:ext>
            </a:extLst>
          </p:cNvPr>
          <p:cNvGrpSpPr/>
          <p:nvPr/>
        </p:nvGrpSpPr>
        <p:grpSpPr>
          <a:xfrm>
            <a:off x="-5728907" y="-1"/>
            <a:ext cx="6530791" cy="5143500"/>
            <a:chOff x="718505" y="-1"/>
            <a:chExt cx="8707722" cy="6858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A9D552-2EF0-4DB4-9DC6-F52F2FD55E3C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A27D1F1-923F-4591-A07A-39E775B734F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895421-2372-4C7F-93D2-3B0353A6E7BD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A9D6167-F7B8-4BFF-8BC5-2D13EF0C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6789F00-2688-429D-926C-15F83152FDBE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70" cy="6858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F862AB6-114D-4C6A-B849-5A11B3650265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105858-8A3E-4676-96A7-18C1A74E36F4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634BD7-1512-45B6-AFE4-1EEA636625CB}"/>
                </a:ext>
              </a:extLst>
            </p:cNvPr>
            <p:cNvSpPr txBox="1"/>
            <p:nvPr/>
          </p:nvSpPr>
          <p:spPr>
            <a:xfrm rot="16200000">
              <a:off x="-738260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F08704A4-CABE-4989-8BF7-C10A6BB40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67" name="Google Shape;550;p42">
            <a:extLst>
              <a:ext uri="{FF2B5EF4-FFF2-40B4-BE49-F238E27FC236}">
                <a16:creationId xmlns:a16="http://schemas.microsoft.com/office/drawing/2014/main" id="{DF1A0A00-F5C2-4C70-B593-F3BF3683AC81}"/>
              </a:ext>
            </a:extLst>
          </p:cNvPr>
          <p:cNvSpPr txBox="1">
            <a:spLocks/>
          </p:cNvSpPr>
          <p:nvPr/>
        </p:nvSpPr>
        <p:spPr>
          <a:xfrm>
            <a:off x="2089707" y="2720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CCCCC"/>
              </a:buClr>
              <a:buSzPts val="4800"/>
            </a:pPr>
            <a:r>
              <a:rPr lang="en-US" sz="3600" b="1" dirty="0">
                <a:solidFill>
                  <a:schemeClr val="accent5"/>
                </a:solidFill>
                <a:latin typeface="Fjalla One"/>
              </a:rPr>
              <a:t>Unilever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accent5"/>
                </a:solidFill>
                <a:latin typeface="Fjalla One"/>
                <a:sym typeface="Fjalla One"/>
              </a:rPr>
              <a:t>Products</a:t>
            </a:r>
          </a:p>
        </p:txBody>
      </p:sp>
      <p:pic>
        <p:nvPicPr>
          <p:cNvPr id="2052" name="Picture 4" descr="تمامی برندها - یونیلیور ایران">
            <a:extLst>
              <a:ext uri="{FF2B5EF4-FFF2-40B4-BE49-F238E27FC236}">
                <a16:creationId xmlns:a16="http://schemas.microsoft.com/office/drawing/2014/main" id="{655FF01B-914F-4646-AB2C-A716C4C22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259" y="918550"/>
            <a:ext cx="63817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661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66ACF4C-6F8C-46FC-8362-2E05C90EEAFA}"/>
              </a:ext>
            </a:extLst>
          </p:cNvPr>
          <p:cNvGrpSpPr/>
          <p:nvPr/>
        </p:nvGrpSpPr>
        <p:grpSpPr>
          <a:xfrm>
            <a:off x="-218190" y="0"/>
            <a:ext cx="9362191" cy="5143500"/>
            <a:chOff x="-290920" y="0"/>
            <a:chExt cx="1248292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373113-18F1-4443-9A8E-5EF06C1D2FEA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F99D053-FB83-41F1-B2CB-C10918BC99BC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F4373C1-3934-47C3-8F36-E2FB2615CA87}"/>
                </a:ext>
              </a:extLst>
            </p:cNvPr>
            <p:cNvSpPr txBox="1"/>
            <p:nvPr/>
          </p:nvSpPr>
          <p:spPr>
            <a:xfrm rot="16200000">
              <a:off x="10872791" y="3210123"/>
              <a:ext cx="199208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Segments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5A5E18E8-5A3E-4F1D-8254-6193AA55C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0C247F-7990-4945-869D-5E2A900F477F}"/>
              </a:ext>
            </a:extLst>
          </p:cNvPr>
          <p:cNvGrpSpPr/>
          <p:nvPr/>
        </p:nvGrpSpPr>
        <p:grpSpPr>
          <a:xfrm>
            <a:off x="-6599088" y="0"/>
            <a:ext cx="8585626" cy="51435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D2C93AC-EBE3-4E67-A867-76D5D6BEDB10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5DBD2B9-E73C-4AE9-91C9-698379867E98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6BDC4B-8313-4203-9F42-C28AC214EB64}"/>
                </a:ext>
              </a:extLst>
            </p:cNvPr>
            <p:cNvSpPr txBox="1"/>
            <p:nvPr/>
          </p:nvSpPr>
          <p:spPr>
            <a:xfrm rot="16200000">
              <a:off x="10341390" y="3162259"/>
              <a:ext cx="1992087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44037FC5-8E34-4772-9A87-813F2AD5E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916508-F80D-434E-B066-812949E5DB94}"/>
              </a:ext>
            </a:extLst>
          </p:cNvPr>
          <p:cNvGrpSpPr/>
          <p:nvPr/>
        </p:nvGrpSpPr>
        <p:grpSpPr>
          <a:xfrm>
            <a:off x="-5885729" y="0"/>
            <a:ext cx="7470820" cy="51435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CE9E3B68-B936-49FB-94D8-7AC0076CF48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D3F9516-66C4-44E6-9877-6C0374B5112C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2DF4D80-460D-4455-B80A-3BC0C6A12DA2}"/>
                </a:ext>
              </a:extLst>
            </p:cNvPr>
            <p:cNvSpPr txBox="1"/>
            <p:nvPr/>
          </p:nvSpPr>
          <p:spPr>
            <a:xfrm rot="16200000">
              <a:off x="9117127" y="3328109"/>
              <a:ext cx="1992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 &amp; Refreshment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7AB39DAF-3109-4CEA-BD1D-C123179F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2B7020D-701A-4EE7-BDA2-CD171993C203}"/>
              </a:ext>
            </a:extLst>
          </p:cNvPr>
          <p:cNvGrpSpPr/>
          <p:nvPr/>
        </p:nvGrpSpPr>
        <p:grpSpPr>
          <a:xfrm>
            <a:off x="-5988898" y="0"/>
            <a:ext cx="7180571" cy="51435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B77930A-0489-40A5-B3D7-053D64BD29C4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ED749F6-F5EB-48BD-A697-16D473CCCFE8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070AD46-78F1-4169-9AE3-EDECC43BD39B}"/>
                </a:ext>
              </a:extLst>
            </p:cNvPr>
            <p:cNvSpPr txBox="1"/>
            <p:nvPr/>
          </p:nvSpPr>
          <p:spPr>
            <a:xfrm rot="16200000">
              <a:off x="8746450" y="3287068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22B026A5-B1AC-46D4-AE84-DF77E5A29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371C6EE2-CCA6-4F94-870B-CB9D61CEBE17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0422D8F-B19E-425C-93A8-F750F60A06A7}"/>
              </a:ext>
            </a:extLst>
          </p:cNvPr>
          <p:cNvGrpSpPr/>
          <p:nvPr/>
        </p:nvGrpSpPr>
        <p:grpSpPr>
          <a:xfrm>
            <a:off x="-5728907" y="-1"/>
            <a:ext cx="6530792" cy="5143500"/>
            <a:chOff x="718505" y="-1"/>
            <a:chExt cx="8707723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278AF09-2D0C-4E81-816C-BC1D04E40DC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C2E1C67-7A8F-4EB5-AB00-3C754858084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7795C74-0308-4781-BEE6-B62AE6D17152}"/>
                </a:ext>
              </a:extLst>
            </p:cNvPr>
            <p:cNvSpPr txBox="1"/>
            <p:nvPr/>
          </p:nvSpPr>
          <p:spPr>
            <a:xfrm rot="16200000">
              <a:off x="8091630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45C46027-B464-4ADA-A3B8-14FF4471B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1D48DDF-B760-4AB3-A520-29238CC2C408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69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A696B4D-5BCF-47C3-8B8C-BE87154A63B4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AAA7B45-7DAF-4C4D-A930-ABA45AC955DD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01F5CFD-7EE1-475C-A36F-330184D5C6EC}"/>
                </a:ext>
              </a:extLst>
            </p:cNvPr>
            <p:cNvSpPr txBox="1"/>
            <p:nvPr/>
          </p:nvSpPr>
          <p:spPr>
            <a:xfrm rot="16200000">
              <a:off x="-738261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B9F42291-FBD0-4239-8D69-22035DCB4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96" name="Google Shape;543;p42">
            <a:extLst>
              <a:ext uri="{FF2B5EF4-FFF2-40B4-BE49-F238E27FC236}">
                <a16:creationId xmlns:a16="http://schemas.microsoft.com/office/drawing/2014/main" id="{ED929C39-3008-409C-8117-989A161796B6}"/>
              </a:ext>
            </a:extLst>
          </p:cNvPr>
          <p:cNvSpPr/>
          <p:nvPr/>
        </p:nvSpPr>
        <p:spPr>
          <a:xfrm>
            <a:off x="2207900" y="2274327"/>
            <a:ext cx="1380600" cy="13806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544;p42">
            <a:extLst>
              <a:ext uri="{FF2B5EF4-FFF2-40B4-BE49-F238E27FC236}">
                <a16:creationId xmlns:a16="http://schemas.microsoft.com/office/drawing/2014/main" id="{B621FA9D-6722-45D8-B6B7-51C264085B4F}"/>
              </a:ext>
            </a:extLst>
          </p:cNvPr>
          <p:cNvSpPr/>
          <p:nvPr/>
        </p:nvSpPr>
        <p:spPr>
          <a:xfrm>
            <a:off x="3697925" y="2513010"/>
            <a:ext cx="1923000" cy="1923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545;p42">
            <a:extLst>
              <a:ext uri="{FF2B5EF4-FFF2-40B4-BE49-F238E27FC236}">
                <a16:creationId xmlns:a16="http://schemas.microsoft.com/office/drawing/2014/main" id="{3CB17A7B-D000-419C-BAA2-CF52EA20FFDC}"/>
              </a:ext>
            </a:extLst>
          </p:cNvPr>
          <p:cNvSpPr/>
          <p:nvPr/>
        </p:nvSpPr>
        <p:spPr>
          <a:xfrm>
            <a:off x="3280575" y="970950"/>
            <a:ext cx="1600800" cy="160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546;p42">
            <a:extLst>
              <a:ext uri="{FF2B5EF4-FFF2-40B4-BE49-F238E27FC236}">
                <a16:creationId xmlns:a16="http://schemas.microsoft.com/office/drawing/2014/main" id="{8B9EE980-7C65-438B-AD1C-2518E566DBB6}"/>
              </a:ext>
            </a:extLst>
          </p:cNvPr>
          <p:cNvSpPr/>
          <p:nvPr/>
        </p:nvSpPr>
        <p:spPr>
          <a:xfrm>
            <a:off x="2175912" y="1261092"/>
            <a:ext cx="924000" cy="9240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547;p42">
            <a:extLst>
              <a:ext uri="{FF2B5EF4-FFF2-40B4-BE49-F238E27FC236}">
                <a16:creationId xmlns:a16="http://schemas.microsoft.com/office/drawing/2014/main" id="{D9EAF4DE-1720-4577-8684-7A724BD2C4A4}"/>
              </a:ext>
            </a:extLst>
          </p:cNvPr>
          <p:cNvSpPr txBox="1"/>
          <p:nvPr/>
        </p:nvSpPr>
        <p:spPr>
          <a:xfrm>
            <a:off x="6831625" y="1434273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Home Care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1" name="Google Shape;548;p42">
            <a:extLst>
              <a:ext uri="{FF2B5EF4-FFF2-40B4-BE49-F238E27FC236}">
                <a16:creationId xmlns:a16="http://schemas.microsoft.com/office/drawing/2014/main" id="{12666FE1-E1CD-4A38-8298-4DC5D53B83FE}"/>
              </a:ext>
            </a:extLst>
          </p:cNvPr>
          <p:cNvSpPr txBox="1"/>
          <p:nvPr/>
        </p:nvSpPr>
        <p:spPr>
          <a:xfrm>
            <a:off x="6831625" y="2189548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Food &amp; Refreshment</a:t>
            </a: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2" name="Google Shape;549;p42">
            <a:extLst>
              <a:ext uri="{FF2B5EF4-FFF2-40B4-BE49-F238E27FC236}">
                <a16:creationId xmlns:a16="http://schemas.microsoft.com/office/drawing/2014/main" id="{094033BF-F86B-455D-8816-8530BDC2201E}"/>
              </a:ext>
            </a:extLst>
          </p:cNvPr>
          <p:cNvSpPr txBox="1"/>
          <p:nvPr/>
        </p:nvSpPr>
        <p:spPr>
          <a:xfrm>
            <a:off x="6831625" y="2970698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Personal care</a:t>
            </a:r>
            <a:endParaRPr dirty="0">
              <a:solidFill>
                <a:schemeClr val="accent2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3" name="Google Shape;551;p42">
            <a:extLst>
              <a:ext uri="{FF2B5EF4-FFF2-40B4-BE49-F238E27FC236}">
                <a16:creationId xmlns:a16="http://schemas.microsoft.com/office/drawing/2014/main" id="{6D8641B4-375B-42C4-99AA-58EAC656F3E0}"/>
              </a:ext>
            </a:extLst>
          </p:cNvPr>
          <p:cNvSpPr txBox="1"/>
          <p:nvPr/>
        </p:nvSpPr>
        <p:spPr>
          <a:xfrm>
            <a:off x="3543675" y="1340550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26%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04" name="Google Shape;552;p42">
            <a:extLst>
              <a:ext uri="{FF2B5EF4-FFF2-40B4-BE49-F238E27FC236}">
                <a16:creationId xmlns:a16="http://schemas.microsoft.com/office/drawing/2014/main" id="{20FE76A3-99C3-41CB-8824-D783D44D3E0B}"/>
              </a:ext>
            </a:extLst>
          </p:cNvPr>
          <p:cNvSpPr txBox="1"/>
          <p:nvPr/>
        </p:nvSpPr>
        <p:spPr>
          <a:xfrm>
            <a:off x="4122125" y="3043710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30%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05" name="Google Shape;553;p42">
            <a:extLst>
              <a:ext uri="{FF2B5EF4-FFF2-40B4-BE49-F238E27FC236}">
                <a16:creationId xmlns:a16="http://schemas.microsoft.com/office/drawing/2014/main" id="{C13C9F9A-4C89-4F06-A793-6E0BAFF66F93}"/>
              </a:ext>
            </a:extLst>
          </p:cNvPr>
          <p:cNvSpPr txBox="1"/>
          <p:nvPr/>
        </p:nvSpPr>
        <p:spPr>
          <a:xfrm>
            <a:off x="2100612" y="1292292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20%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06" name="Google Shape;554;p42">
            <a:extLst>
              <a:ext uri="{FF2B5EF4-FFF2-40B4-BE49-F238E27FC236}">
                <a16:creationId xmlns:a16="http://schemas.microsoft.com/office/drawing/2014/main" id="{46B8E60A-EAD3-486E-AE37-EFA492565DE5}"/>
              </a:ext>
            </a:extLst>
          </p:cNvPr>
          <p:cNvSpPr txBox="1"/>
          <p:nvPr/>
        </p:nvSpPr>
        <p:spPr>
          <a:xfrm>
            <a:off x="2360900" y="2533827"/>
            <a:ext cx="1074600" cy="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rPr>
              <a:t>23%</a:t>
            </a:r>
            <a:endParaRPr sz="3000" dirty="0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07" name="Google Shape;555;p42">
            <a:extLst>
              <a:ext uri="{FF2B5EF4-FFF2-40B4-BE49-F238E27FC236}">
                <a16:creationId xmlns:a16="http://schemas.microsoft.com/office/drawing/2014/main" id="{46EECA3A-3E1A-4E4E-997A-7720A5B30F88}"/>
              </a:ext>
            </a:extLst>
          </p:cNvPr>
          <p:cNvSpPr txBox="1"/>
          <p:nvPr/>
        </p:nvSpPr>
        <p:spPr>
          <a:xfrm>
            <a:off x="6831625" y="3751698"/>
            <a:ext cx="19821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  <a:latin typeface="Abel"/>
                <a:ea typeface="Abel"/>
                <a:cs typeface="Abel"/>
                <a:sym typeface="Abel"/>
              </a:rPr>
              <a:t>Beauty</a:t>
            </a:r>
          </a:p>
        </p:txBody>
      </p:sp>
      <p:sp>
        <p:nvSpPr>
          <p:cNvPr id="108" name="Google Shape;556;p42">
            <a:extLst>
              <a:ext uri="{FF2B5EF4-FFF2-40B4-BE49-F238E27FC236}">
                <a16:creationId xmlns:a16="http://schemas.microsoft.com/office/drawing/2014/main" id="{2B83C5B0-B291-42AC-BC52-70326E070C0F}"/>
              </a:ext>
            </a:extLst>
          </p:cNvPr>
          <p:cNvSpPr/>
          <p:nvPr/>
        </p:nvSpPr>
        <p:spPr>
          <a:xfrm>
            <a:off x="6512075" y="1522598"/>
            <a:ext cx="147900" cy="1479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557;p42">
            <a:extLst>
              <a:ext uri="{FF2B5EF4-FFF2-40B4-BE49-F238E27FC236}">
                <a16:creationId xmlns:a16="http://schemas.microsoft.com/office/drawing/2014/main" id="{D1A9CB97-35BB-4DEC-9A47-0A3D2DA03B5B}"/>
              </a:ext>
            </a:extLst>
          </p:cNvPr>
          <p:cNvSpPr/>
          <p:nvPr/>
        </p:nvSpPr>
        <p:spPr>
          <a:xfrm>
            <a:off x="6512075" y="2274323"/>
            <a:ext cx="147900" cy="147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558;p42">
            <a:extLst>
              <a:ext uri="{FF2B5EF4-FFF2-40B4-BE49-F238E27FC236}">
                <a16:creationId xmlns:a16="http://schemas.microsoft.com/office/drawing/2014/main" id="{2B380740-0097-4F2C-8F8F-69F19A50989F}"/>
              </a:ext>
            </a:extLst>
          </p:cNvPr>
          <p:cNvSpPr/>
          <p:nvPr/>
        </p:nvSpPr>
        <p:spPr>
          <a:xfrm>
            <a:off x="6512075" y="3043698"/>
            <a:ext cx="147900" cy="1479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559;p42">
            <a:extLst>
              <a:ext uri="{FF2B5EF4-FFF2-40B4-BE49-F238E27FC236}">
                <a16:creationId xmlns:a16="http://schemas.microsoft.com/office/drawing/2014/main" id="{23B1E62D-AC77-4849-947B-B9206F642789}"/>
              </a:ext>
            </a:extLst>
          </p:cNvPr>
          <p:cNvSpPr/>
          <p:nvPr/>
        </p:nvSpPr>
        <p:spPr>
          <a:xfrm>
            <a:off x="6512075" y="3813073"/>
            <a:ext cx="147900" cy="1479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550;p42">
            <a:extLst>
              <a:ext uri="{FF2B5EF4-FFF2-40B4-BE49-F238E27FC236}">
                <a16:creationId xmlns:a16="http://schemas.microsoft.com/office/drawing/2014/main" id="{EE524870-33D6-4007-A1B2-CD4C63A1D188}"/>
              </a:ext>
            </a:extLst>
          </p:cNvPr>
          <p:cNvSpPr txBox="1">
            <a:spLocks/>
          </p:cNvSpPr>
          <p:nvPr/>
        </p:nvSpPr>
        <p:spPr>
          <a:xfrm>
            <a:off x="2089707" y="272050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CCCCC"/>
              </a:buClr>
              <a:buSzPts val="4800"/>
            </a:pPr>
            <a:r>
              <a:rPr lang="en-US" sz="3600" b="1" dirty="0">
                <a:solidFill>
                  <a:schemeClr val="accent5"/>
                </a:solidFill>
                <a:latin typeface="Fjalla One"/>
              </a:rPr>
              <a:t>Unilever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chemeClr val="accent5"/>
                </a:solidFill>
                <a:latin typeface="Fjalla One"/>
                <a:sym typeface="Fjalla One"/>
              </a:rPr>
              <a:t>Products Segments</a:t>
            </a:r>
          </a:p>
        </p:txBody>
      </p:sp>
    </p:spTree>
    <p:extLst>
      <p:ext uri="{BB962C8B-B14F-4D97-AF65-F5344CB8AC3E}">
        <p14:creationId xmlns:p14="http://schemas.microsoft.com/office/powerpoint/2010/main" val="2001706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BC3001EC-9F33-4C39-B780-199714C83EA2}"/>
              </a:ext>
            </a:extLst>
          </p:cNvPr>
          <p:cNvGrpSpPr/>
          <p:nvPr/>
        </p:nvGrpSpPr>
        <p:grpSpPr>
          <a:xfrm>
            <a:off x="-218190" y="0"/>
            <a:ext cx="9373733" cy="5143500"/>
            <a:chOff x="-290920" y="0"/>
            <a:chExt cx="12498310" cy="685800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29B5C97-F627-4A85-B003-5396A9D964D5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97C14D5-0388-44F5-AD76-F8BBAF179CD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51F346-69C6-4F86-BC1F-C57BA2384CC6}"/>
                </a:ext>
              </a:extLst>
            </p:cNvPr>
            <p:cNvSpPr txBox="1"/>
            <p:nvPr/>
          </p:nvSpPr>
          <p:spPr>
            <a:xfrm rot="16200000">
              <a:off x="10872792" y="31793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2B367FE-8530-4052-AD96-2D6FBE490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E93C38-ECA5-4094-81E9-196A3BD19EBD}"/>
              </a:ext>
            </a:extLst>
          </p:cNvPr>
          <p:cNvGrpSpPr/>
          <p:nvPr/>
        </p:nvGrpSpPr>
        <p:grpSpPr>
          <a:xfrm>
            <a:off x="170091" y="-2"/>
            <a:ext cx="8585626" cy="5143500"/>
            <a:chOff x="213096" y="0"/>
            <a:chExt cx="11447501" cy="685800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C85080E-7B66-43F0-AB4D-3A69B13C005A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05DAC1A-9BF8-460E-8D8B-77BFB6B27FF9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0DCA374-CD21-448B-8791-8A04A9A9A552}"/>
                </a:ext>
              </a:extLst>
            </p:cNvPr>
            <p:cNvSpPr txBox="1"/>
            <p:nvPr/>
          </p:nvSpPr>
          <p:spPr>
            <a:xfrm rot="16200000">
              <a:off x="10341390" y="3203296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83A620A7-5483-4447-9670-0F8D67F362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02914A7-C65F-4EFB-8FF4-9BB283DC3935}"/>
              </a:ext>
            </a:extLst>
          </p:cNvPr>
          <p:cNvGrpSpPr/>
          <p:nvPr/>
        </p:nvGrpSpPr>
        <p:grpSpPr>
          <a:xfrm>
            <a:off x="-5885729" y="0"/>
            <a:ext cx="7821941" cy="5143500"/>
            <a:chOff x="491575" y="0"/>
            <a:chExt cx="10429255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9DA66B2-8A11-4397-B997-59A37787FEF8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A8923D-952E-459F-92C0-CCE4C5E45F88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D73F442-B2F9-477E-B4DE-956CBA09D9C3}"/>
                </a:ext>
              </a:extLst>
            </p:cNvPr>
            <p:cNvSpPr txBox="1"/>
            <p:nvPr/>
          </p:nvSpPr>
          <p:spPr>
            <a:xfrm rot="16200000">
              <a:off x="9350270" y="2910236"/>
              <a:ext cx="1992087" cy="11490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1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  <a:p>
              <a:pPr algn="ctr"/>
              <a:r>
                <a:rPr lang="en-US" sz="12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 &amp; Refreshment</a:t>
              </a:r>
            </a:p>
            <a:p>
              <a:pPr algn="ctr"/>
              <a:endParaRPr lang="en-US" sz="2700" b="1" dirty="0">
                <a:solidFill>
                  <a:srgbClr val="F0EEF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654DCD4-7920-4D83-8D7F-6D3A71A16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67CF96-B24C-4BAD-8466-B32ECC2753A1}"/>
              </a:ext>
            </a:extLst>
          </p:cNvPr>
          <p:cNvGrpSpPr/>
          <p:nvPr/>
        </p:nvGrpSpPr>
        <p:grpSpPr>
          <a:xfrm>
            <a:off x="-5988898" y="0"/>
            <a:ext cx="7180572" cy="5143500"/>
            <a:chOff x="491575" y="0"/>
            <a:chExt cx="9574094" cy="6858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7B7434-49BE-47D6-BAE6-9B9134F0EC8C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80296C0-D397-432D-B5A1-CA7DA186EB1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3DE47E8-526D-4A96-A671-69E14D20D1EB}"/>
                </a:ext>
              </a:extLst>
            </p:cNvPr>
            <p:cNvSpPr txBox="1"/>
            <p:nvPr/>
          </p:nvSpPr>
          <p:spPr>
            <a:xfrm rot="16200000">
              <a:off x="8746452" y="3287072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FD4AAEC-83E5-4832-BEA2-517A195B2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84" name="Rectangle 83">
            <a:extLst>
              <a:ext uri="{FF2B5EF4-FFF2-40B4-BE49-F238E27FC236}">
                <a16:creationId xmlns:a16="http://schemas.microsoft.com/office/drawing/2014/main" id="{3C6BBB46-3AAE-49B1-8F56-3535CC357FEB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FA452EB0-3109-45BB-9389-19F84818FE30}"/>
              </a:ext>
            </a:extLst>
          </p:cNvPr>
          <p:cNvGrpSpPr/>
          <p:nvPr/>
        </p:nvGrpSpPr>
        <p:grpSpPr>
          <a:xfrm>
            <a:off x="-5728907" y="-1"/>
            <a:ext cx="6530791" cy="5143500"/>
            <a:chOff x="718505" y="-1"/>
            <a:chExt cx="8707722" cy="68580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F941D0C-24DA-4E77-BE08-34D6F94BD6FB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9747D82-077A-45F5-8822-6A7F978E7845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0B26FA9-EA76-44C1-BA33-E4EBB060AC7E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EF138C1A-5B68-42BE-B6B8-0EE1F4738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C48F6F2-7791-4D91-ADEC-77FE8FA739E3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70" cy="6858000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F8ED37E9-9873-442F-9B7C-7F4BC1A8F51E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2E020DE-B46A-4F47-97AB-BB6C9038FA2E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CF05B7C-3B2D-4CAB-9132-7B756B442063}"/>
                </a:ext>
              </a:extLst>
            </p:cNvPr>
            <p:cNvSpPr txBox="1"/>
            <p:nvPr/>
          </p:nvSpPr>
          <p:spPr>
            <a:xfrm rot="16200000">
              <a:off x="-738260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A04E2F48-2025-4003-B590-1DD957710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5D1ECEAB-BCF4-4A00-B3BC-1933DB0CC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521" y="-4"/>
            <a:ext cx="6046420" cy="3372175"/>
          </a:xfrm>
          <a:prstGeom prst="rect">
            <a:avLst/>
          </a:prstGeom>
        </p:spPr>
      </p:pic>
      <p:pic>
        <p:nvPicPr>
          <p:cNvPr id="60" name="Picture 2" descr="Financial Highlights 2022 - 23 | Hindustan Unilever Limited (HUL)">
            <a:extLst>
              <a:ext uri="{FF2B5EF4-FFF2-40B4-BE49-F238E27FC236}">
                <a16:creationId xmlns:a16="http://schemas.microsoft.com/office/drawing/2014/main" id="{A33FCB9D-DD81-4ADE-8D1B-A003C1DBB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704" y="2930742"/>
            <a:ext cx="6630179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948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038E6734-F7ED-4197-AE1C-DE222063D26D}"/>
              </a:ext>
            </a:extLst>
          </p:cNvPr>
          <p:cNvGrpSpPr/>
          <p:nvPr/>
        </p:nvGrpSpPr>
        <p:grpSpPr>
          <a:xfrm>
            <a:off x="-218190" y="0"/>
            <a:ext cx="9373733" cy="5143500"/>
            <a:chOff x="-290920" y="0"/>
            <a:chExt cx="12498309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7FF06C6-EDB2-4E2A-B33F-9667DAB48738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D389168-73D4-4CCF-B806-15F4C9CFBC65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D36EBE0-2C84-494E-9C0B-54A6EFA86DA6}"/>
                </a:ext>
              </a:extLst>
            </p:cNvPr>
            <p:cNvSpPr txBox="1"/>
            <p:nvPr/>
          </p:nvSpPr>
          <p:spPr>
            <a:xfrm rot="16200000">
              <a:off x="10872791" y="31793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Segment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E3F6E56-804E-434E-AD42-D62A42CB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8D727C-49D3-4C59-91D3-816C0DD22E21}"/>
              </a:ext>
            </a:extLst>
          </p:cNvPr>
          <p:cNvGrpSpPr/>
          <p:nvPr/>
        </p:nvGrpSpPr>
        <p:grpSpPr>
          <a:xfrm>
            <a:off x="170091" y="-2"/>
            <a:ext cx="8585626" cy="51435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369AF8C-7DC3-4D77-B3F1-5B8A444D2822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6A173B44-EE6F-4236-9AB2-49524EA553D7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40A12D7-9F13-43EC-95DE-B85ADBCAA6B6}"/>
                </a:ext>
              </a:extLst>
            </p:cNvPr>
            <p:cNvSpPr txBox="1"/>
            <p:nvPr/>
          </p:nvSpPr>
          <p:spPr>
            <a:xfrm rot="16200000">
              <a:off x="10341390" y="3162259"/>
              <a:ext cx="1992087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BA271034-9DEF-432C-A1F3-B6470D255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728BA24-99D1-4E44-98AC-50745A94AD6C}"/>
              </a:ext>
            </a:extLst>
          </p:cNvPr>
          <p:cNvGrpSpPr/>
          <p:nvPr/>
        </p:nvGrpSpPr>
        <p:grpSpPr>
          <a:xfrm>
            <a:off x="888100" y="0"/>
            <a:ext cx="7470819" cy="51435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079FD4E-778D-428A-B08F-1B97893971C7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7DB4514-65BA-420D-BBB3-CCF0A5B397C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86CE46E-7143-4535-BF09-36D36B082851}"/>
                </a:ext>
              </a:extLst>
            </p:cNvPr>
            <p:cNvSpPr txBox="1"/>
            <p:nvPr/>
          </p:nvSpPr>
          <p:spPr>
            <a:xfrm rot="16200000">
              <a:off x="9117130" y="3174223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E9D2CC3-AE8C-4CF7-AC14-0BF3748D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04DBF9-F2DF-4744-9CBE-8384BF790E0F}"/>
              </a:ext>
            </a:extLst>
          </p:cNvPr>
          <p:cNvGrpSpPr/>
          <p:nvPr/>
        </p:nvGrpSpPr>
        <p:grpSpPr>
          <a:xfrm>
            <a:off x="-5988898" y="0"/>
            <a:ext cx="7180572" cy="5143500"/>
            <a:chOff x="491575" y="0"/>
            <a:chExt cx="9574094" cy="6858000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409FCBC-490E-4134-BE82-9429CE5AB00A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84E2370-4D03-4FD0-B29C-F763767296D4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E5F8F51-D3FD-42A1-8372-1B4B1B7C336A}"/>
                </a:ext>
              </a:extLst>
            </p:cNvPr>
            <p:cNvSpPr txBox="1"/>
            <p:nvPr/>
          </p:nvSpPr>
          <p:spPr>
            <a:xfrm rot="16200000">
              <a:off x="8746451" y="3287071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1"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5E43CA3-886C-4010-B3E2-837CCC6F5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87E322DA-3D39-4A36-A521-33E75DDBFF71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31F8BD9-F71B-4D2D-8A60-61BABDC384BB}"/>
              </a:ext>
            </a:extLst>
          </p:cNvPr>
          <p:cNvGrpSpPr/>
          <p:nvPr/>
        </p:nvGrpSpPr>
        <p:grpSpPr>
          <a:xfrm>
            <a:off x="-5728907" y="-1"/>
            <a:ext cx="6530791" cy="5143500"/>
            <a:chOff x="718505" y="-1"/>
            <a:chExt cx="870772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470067C-2D0B-4A65-B940-C052473E9422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6B5D93C-8112-48DA-975B-9DDD27DEADD9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D3577A8-E9FC-43B7-B3E2-76EDDA51C160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36FD3106-E967-44D6-AB4D-A0DA183F7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E930874-288B-4537-8AA6-A601044D9580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70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5CDF0F-0FD1-40B0-BD29-F7D200A3A066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02216B9-43DC-4135-9F3E-7EFEAD2EB420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7342E0B-2429-4B98-AF6A-1DB087CBDE83}"/>
                </a:ext>
              </a:extLst>
            </p:cNvPr>
            <p:cNvSpPr txBox="1"/>
            <p:nvPr/>
          </p:nvSpPr>
          <p:spPr>
            <a:xfrm rot="16200000">
              <a:off x="-738260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29879508-5AD7-4FE2-AD55-8AF69ECDB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DBC092-B96A-49AF-B42F-BB7EEC57B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578" y="-16380"/>
            <a:ext cx="6056979" cy="3397991"/>
          </a:xfrm>
          <a:prstGeom prst="rect">
            <a:avLst/>
          </a:prstGeom>
        </p:spPr>
      </p:pic>
      <p:pic>
        <p:nvPicPr>
          <p:cNvPr id="3074" name="Picture 2" descr="Financial Highlights 2022 - 23 | Hindustan Unilever Limited (HUL)">
            <a:extLst>
              <a:ext uri="{FF2B5EF4-FFF2-40B4-BE49-F238E27FC236}">
                <a16:creationId xmlns:a16="http://schemas.microsoft.com/office/drawing/2014/main" id="{88CE3F26-E912-4220-8A40-6475D942C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350" y="3047997"/>
            <a:ext cx="6477000" cy="224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4499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18190" y="0"/>
            <a:ext cx="9373733" cy="5143500"/>
            <a:chOff x="-290920" y="0"/>
            <a:chExt cx="1249831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793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Segment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170091" y="-2"/>
            <a:ext cx="8585626" cy="51435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0" y="3162259"/>
              <a:ext cx="1992087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888100" y="0"/>
            <a:ext cx="7470819" cy="51435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30" y="3174223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Foods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786796" y="0"/>
            <a:ext cx="7180572" cy="51435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0" y="3287071"/>
              <a:ext cx="1992087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5728907" y="-1"/>
            <a:ext cx="6530791" cy="5143500"/>
            <a:chOff x="718505" y="-1"/>
            <a:chExt cx="8707722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718505" y="-1"/>
              <a:ext cx="869233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70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8640D40-844F-43DB-B01F-FA8C0E06B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642" y="133351"/>
            <a:ext cx="6036755" cy="3192359"/>
          </a:xfrm>
          <a:prstGeom prst="rect">
            <a:avLst/>
          </a:prstGeom>
        </p:spPr>
      </p:pic>
      <p:pic>
        <p:nvPicPr>
          <p:cNvPr id="1026" name="Picture 2" descr="Financial Highlights 2022 - 23 | Hindustan Unilever Limited (HUL)">
            <a:extLst>
              <a:ext uri="{FF2B5EF4-FFF2-40B4-BE49-F238E27FC236}">
                <a16:creationId xmlns:a16="http://schemas.microsoft.com/office/drawing/2014/main" id="{03B945FA-5CC1-4443-BD61-1B39906F8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365" y="2757349"/>
            <a:ext cx="5610922" cy="269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200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18190" y="0"/>
            <a:ext cx="9373733" cy="5143500"/>
            <a:chOff x="-290920" y="0"/>
            <a:chExt cx="1249831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793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Segment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170091" y="-2"/>
            <a:ext cx="8585626" cy="5143500"/>
            <a:chOff x="213096" y="0"/>
            <a:chExt cx="11447501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0" y="3162260"/>
              <a:ext cx="1992087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Home care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888100" y="0"/>
            <a:ext cx="7470819" cy="51435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30" y="3174223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Food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90CE96C-B0E8-49CB-B717-EBFFECB66027}"/>
              </a:ext>
            </a:extLst>
          </p:cNvPr>
          <p:cNvSpPr/>
          <p:nvPr/>
        </p:nvSpPr>
        <p:spPr>
          <a:xfrm>
            <a:off x="-5971633" y="-1"/>
            <a:ext cx="4336026" cy="5143500"/>
          </a:xfrm>
          <a:prstGeom prst="rect">
            <a:avLst/>
          </a:prstGeom>
          <a:solidFill>
            <a:srgbClr val="F0EEF0"/>
          </a:solidFill>
          <a:ln>
            <a:noFill/>
          </a:ln>
          <a:effectLst>
            <a:outerShdw blurRad="215900" dist="38100" sx="101000" sy="101000" algn="l" rotWithShape="0">
              <a:schemeClr val="tx1">
                <a:lumMod val="65000"/>
                <a:lumOff val="35000"/>
                <a:alpha val="3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786796" y="0"/>
            <a:ext cx="7180572" cy="5143500"/>
            <a:chOff x="491575" y="0"/>
            <a:chExt cx="9574094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1" y="3266553"/>
              <a:ext cx="199208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Personal care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335273" y="-1"/>
            <a:ext cx="8907083" cy="5143500"/>
            <a:chOff x="-2449883" y="-1"/>
            <a:chExt cx="1187611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Beauty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0E31D48-090A-4A9C-AF5C-4B0C49C47C7D}"/>
              </a:ext>
            </a:extLst>
          </p:cNvPr>
          <p:cNvGrpSpPr/>
          <p:nvPr/>
        </p:nvGrpSpPr>
        <p:grpSpPr>
          <a:xfrm>
            <a:off x="-7046312" y="-1"/>
            <a:ext cx="7450028" cy="5143500"/>
            <a:chOff x="-9337032" y="-1"/>
            <a:chExt cx="9933370" cy="6858000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A79A714-CB74-4EFD-9BC1-A7F2F993842A}"/>
                </a:ext>
              </a:extLst>
            </p:cNvPr>
            <p:cNvSpPr/>
            <p:nvPr/>
          </p:nvSpPr>
          <p:spPr>
            <a:xfrm>
              <a:off x="-9337032" y="-1"/>
              <a:ext cx="992350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006C60A-833A-41C2-A553-8132E7B3A7DB}"/>
                </a:ext>
              </a:extLst>
            </p:cNvPr>
            <p:cNvSpPr/>
            <p:nvPr/>
          </p:nvSpPr>
          <p:spPr>
            <a:xfrm>
              <a:off x="-577928" y="2337438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00A0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AECC6C-A520-4756-9163-08D14835D791}"/>
                </a:ext>
              </a:extLst>
            </p:cNvPr>
            <p:cNvSpPr txBox="1"/>
            <p:nvPr/>
          </p:nvSpPr>
          <p:spPr>
            <a:xfrm rot="16200000">
              <a:off x="-738260" y="3174219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0F8A56B9-A504-4035-8439-53ED4617B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-49191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26A3186-190B-427E-AFBF-C449F315C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299" y="13922"/>
            <a:ext cx="6128219" cy="3262161"/>
          </a:xfrm>
          <a:prstGeom prst="rect">
            <a:avLst/>
          </a:prstGeom>
        </p:spPr>
      </p:pic>
      <p:pic>
        <p:nvPicPr>
          <p:cNvPr id="65" name="Picture 2" descr="Financial Highlights 2022 - 23 | Hindustan Unilever Limited (HUL)">
            <a:extLst>
              <a:ext uri="{FF2B5EF4-FFF2-40B4-BE49-F238E27FC236}">
                <a16:creationId xmlns:a16="http://schemas.microsoft.com/office/drawing/2014/main" id="{95FA2D70-447B-4586-9BA6-4F1E5BFCF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592" y="2719742"/>
            <a:ext cx="5610922" cy="269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959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0781169-B7A4-446E-BD33-B9650367A7F9}"/>
              </a:ext>
            </a:extLst>
          </p:cNvPr>
          <p:cNvGrpSpPr/>
          <p:nvPr/>
        </p:nvGrpSpPr>
        <p:grpSpPr>
          <a:xfrm>
            <a:off x="-218190" y="0"/>
            <a:ext cx="9373733" cy="5143500"/>
            <a:chOff x="-290920" y="0"/>
            <a:chExt cx="12498310" cy="68580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ED3AF08-30FC-4AFF-9C5C-99D0A7099514}"/>
                </a:ext>
              </a:extLst>
            </p:cNvPr>
            <p:cNvSpPr/>
            <p:nvPr/>
          </p:nvSpPr>
          <p:spPr>
            <a:xfrm>
              <a:off x="-290920" y="0"/>
              <a:ext cx="124829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9AF1FBA-9557-484A-B305-EE590A192E96}"/>
                </a:ext>
              </a:extLst>
            </p:cNvPr>
            <p:cNvSpPr/>
            <p:nvPr/>
          </p:nvSpPr>
          <p:spPr>
            <a:xfrm>
              <a:off x="11023600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07E3AA2-679E-4924-AC1B-FE6C3A02C251}"/>
                </a:ext>
              </a:extLst>
            </p:cNvPr>
            <p:cNvSpPr txBox="1"/>
            <p:nvPr/>
          </p:nvSpPr>
          <p:spPr>
            <a:xfrm rot="16200000">
              <a:off x="10872792" y="31793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about</a:t>
              </a: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CD9846FC-755F-4A0E-BAD3-A5D51C0E1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12999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00A67C9-4929-4EFF-9CB6-292640CD2738}"/>
              </a:ext>
            </a:extLst>
          </p:cNvPr>
          <p:cNvGrpSpPr/>
          <p:nvPr/>
        </p:nvGrpSpPr>
        <p:grpSpPr>
          <a:xfrm>
            <a:off x="170091" y="-2"/>
            <a:ext cx="8597169" cy="5143500"/>
            <a:chOff x="213096" y="0"/>
            <a:chExt cx="11462892" cy="6858000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E8CDB02-4760-4298-BC44-93A18EB02F13}"/>
                </a:ext>
              </a:extLst>
            </p:cNvPr>
            <p:cNvSpPr/>
            <p:nvPr/>
          </p:nvSpPr>
          <p:spPr>
            <a:xfrm>
              <a:off x="213096" y="0"/>
              <a:ext cx="11447501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7C0FD50-5E69-463E-A01B-65E9D864A386}"/>
                </a:ext>
              </a:extLst>
            </p:cNvPr>
            <p:cNvSpPr/>
            <p:nvPr/>
          </p:nvSpPr>
          <p:spPr>
            <a:xfrm>
              <a:off x="10492197" y="2337441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2CD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4CBFB1D-37FD-419F-B98C-860BF5217905}"/>
                </a:ext>
              </a:extLst>
            </p:cNvPr>
            <p:cNvSpPr txBox="1"/>
            <p:nvPr/>
          </p:nvSpPr>
          <p:spPr>
            <a:xfrm rot="16200000">
              <a:off x="10341390" y="3090445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history</a:t>
              </a:r>
            </a:p>
          </p:txBody>
        </p: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0B383F7-52C5-4FB7-AEC3-35A48D735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600933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F7667A6-1C16-4F0A-A162-61BD16E6BE6B}"/>
              </a:ext>
            </a:extLst>
          </p:cNvPr>
          <p:cNvGrpSpPr/>
          <p:nvPr/>
        </p:nvGrpSpPr>
        <p:grpSpPr>
          <a:xfrm>
            <a:off x="888100" y="0"/>
            <a:ext cx="7470819" cy="5143500"/>
            <a:chOff x="491575" y="0"/>
            <a:chExt cx="9961092" cy="685800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E8C29A9-4AAB-442C-A7A4-40DCCE0A9694}"/>
                </a:ext>
              </a:extLst>
            </p:cNvPr>
            <p:cNvSpPr/>
            <p:nvPr/>
          </p:nvSpPr>
          <p:spPr>
            <a:xfrm>
              <a:off x="491575" y="0"/>
              <a:ext cx="9961092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1520FE7-5699-4290-9C3C-51E0C60ECC6B}"/>
                </a:ext>
              </a:extLst>
            </p:cNvPr>
            <p:cNvSpPr/>
            <p:nvPr/>
          </p:nvSpPr>
          <p:spPr>
            <a:xfrm>
              <a:off x="9284267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FFC7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FD50D6F-822B-4109-8B0C-BA004A0B7145}"/>
                </a:ext>
              </a:extLst>
            </p:cNvPr>
            <p:cNvSpPr txBox="1"/>
            <p:nvPr/>
          </p:nvSpPr>
          <p:spPr>
            <a:xfrm rot="16200000">
              <a:off x="9117130" y="3174223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timeline</a:t>
              </a: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376C61F-147B-441E-B32E-45D5BC1B6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9385467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E70D3F9-D583-4ACD-8480-0F4A65ED3C83}"/>
              </a:ext>
            </a:extLst>
          </p:cNvPr>
          <p:cNvGrpSpPr/>
          <p:nvPr/>
        </p:nvGrpSpPr>
        <p:grpSpPr>
          <a:xfrm>
            <a:off x="786796" y="0"/>
            <a:ext cx="7192108" cy="5143500"/>
            <a:chOff x="491575" y="0"/>
            <a:chExt cx="9589476" cy="685800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321108FC-08B5-45CC-AB47-1104119B25FD}"/>
                </a:ext>
              </a:extLst>
            </p:cNvPr>
            <p:cNvSpPr/>
            <p:nvPr/>
          </p:nvSpPr>
          <p:spPr>
            <a:xfrm>
              <a:off x="491575" y="0"/>
              <a:ext cx="9574094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96A47C8C-7F88-484E-817B-572BEDC2BC69}"/>
                </a:ext>
              </a:extLst>
            </p:cNvPr>
            <p:cNvSpPr/>
            <p:nvPr/>
          </p:nvSpPr>
          <p:spPr>
            <a:xfrm>
              <a:off x="8897260" y="2337440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5D73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3DB5570-AC77-4396-9748-4183DF7C8396}"/>
                </a:ext>
              </a:extLst>
            </p:cNvPr>
            <p:cNvSpPr txBox="1"/>
            <p:nvPr/>
          </p:nvSpPr>
          <p:spPr>
            <a:xfrm rot="16200000">
              <a:off x="8746453" y="3174221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teams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F6ED4041-CDD9-443D-802E-47D438790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92269" y="3247473"/>
              <a:ext cx="530600" cy="530600"/>
            </a:xfrm>
            <a:prstGeom prst="rect">
              <a:avLst/>
            </a:prstGeom>
          </p:spPr>
        </p:pic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7044FAB-DB4A-4E59-B111-8CA4168E7FA4}"/>
              </a:ext>
            </a:extLst>
          </p:cNvPr>
          <p:cNvGrpSpPr/>
          <p:nvPr/>
        </p:nvGrpSpPr>
        <p:grpSpPr>
          <a:xfrm>
            <a:off x="-1335273" y="-1"/>
            <a:ext cx="8907083" cy="5143500"/>
            <a:chOff x="-2449883" y="-1"/>
            <a:chExt cx="11876110" cy="6858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24F072A-08CC-4CC6-B5EF-C1833A244FA3}"/>
                </a:ext>
              </a:extLst>
            </p:cNvPr>
            <p:cNvSpPr/>
            <p:nvPr/>
          </p:nvSpPr>
          <p:spPr>
            <a:xfrm>
              <a:off x="-2449883" y="-1"/>
              <a:ext cx="11860720" cy="6858000"/>
            </a:xfrm>
            <a:prstGeom prst="rect">
              <a:avLst/>
            </a:prstGeom>
            <a:solidFill>
              <a:srgbClr val="F0EEF0"/>
            </a:solidFill>
            <a:ln>
              <a:noFill/>
            </a:ln>
            <a:effectLst>
              <a:outerShdw blurRad="215900" dist="38100" sx="101000" sy="101000" algn="l" rotWithShape="0">
                <a:schemeClr val="tx1">
                  <a:lumMod val="65000"/>
                  <a:lumOff val="35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3C6C4A9-8B6A-429B-980E-26CD0C3A573E}"/>
                </a:ext>
              </a:extLst>
            </p:cNvPr>
            <p:cNvSpPr/>
            <p:nvPr/>
          </p:nvSpPr>
          <p:spPr>
            <a:xfrm>
              <a:off x="8242436" y="2337439"/>
              <a:ext cx="1168400" cy="2360918"/>
            </a:xfrm>
            <a:custGeom>
              <a:avLst/>
              <a:gdLst>
                <a:gd name="connsiteX0" fmla="*/ 1168400 w 1168400"/>
                <a:gd name="connsiteY0" fmla="*/ 0 h 2360918"/>
                <a:gd name="connsiteX1" fmla="*/ 1168400 w 1168400"/>
                <a:gd name="connsiteY1" fmla="*/ 2360918 h 2360918"/>
                <a:gd name="connsiteX2" fmla="*/ 1060340 w 1168400"/>
                <a:gd name="connsiteY2" fmla="*/ 2355461 h 2360918"/>
                <a:gd name="connsiteX3" fmla="*/ 0 w 1168400"/>
                <a:gd name="connsiteY3" fmla="*/ 1180459 h 2360918"/>
                <a:gd name="connsiteX4" fmla="*/ 1060340 w 1168400"/>
                <a:gd name="connsiteY4" fmla="*/ 5457 h 236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8400" h="2360918">
                  <a:moveTo>
                    <a:pt x="1168400" y="0"/>
                  </a:moveTo>
                  <a:lnTo>
                    <a:pt x="1168400" y="2360918"/>
                  </a:lnTo>
                  <a:lnTo>
                    <a:pt x="1060340" y="2355461"/>
                  </a:lnTo>
                  <a:cubicBezTo>
                    <a:pt x="464762" y="2294977"/>
                    <a:pt x="0" y="1791994"/>
                    <a:pt x="0" y="1180459"/>
                  </a:cubicBezTo>
                  <a:cubicBezTo>
                    <a:pt x="0" y="568924"/>
                    <a:pt x="464762" y="65941"/>
                    <a:pt x="1060340" y="5457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58AC381-BFD1-4A89-AE49-8ADC853A6849}"/>
                </a:ext>
              </a:extLst>
            </p:cNvPr>
            <p:cNvSpPr txBox="1"/>
            <p:nvPr/>
          </p:nvSpPr>
          <p:spPr>
            <a:xfrm rot="16200000">
              <a:off x="8091629" y="3174220"/>
              <a:ext cx="1992087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F0EEF0"/>
                  </a:solidFill>
                  <a:latin typeface="Tw Cen MT" panose="020B0602020104020603" pitchFamily="34" charset="0"/>
                </a:rPr>
                <a:t>Analysis</a:t>
              </a: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DF2E944-82FA-495B-8A5C-9BDE26355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340472" y="3247473"/>
              <a:ext cx="530600" cy="530600"/>
            </a:xfrm>
            <a:prstGeom prst="rect">
              <a:avLst/>
            </a:prstGeom>
          </p:spPr>
        </p:pic>
      </p:grpSp>
      <p:pic>
        <p:nvPicPr>
          <p:cNvPr id="66" name="Picture 65">
            <a:extLst>
              <a:ext uri="{FF2B5EF4-FFF2-40B4-BE49-F238E27FC236}">
                <a16:creationId xmlns:a16="http://schemas.microsoft.com/office/drawing/2014/main" id="{CA94ED84-E716-4EB5-9ACF-1EE91B0B5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" y="311145"/>
            <a:ext cx="6707516" cy="452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39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22CB7E-11F6-C004-D2E5-E611C997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10" b="50000"/>
          <a:stretch>
            <a:fillRect/>
          </a:stretch>
        </p:blipFill>
        <p:spPr>
          <a:xfrm>
            <a:off x="5796638" y="1042856"/>
            <a:ext cx="3380409" cy="2108959"/>
          </a:xfrm>
          <a:prstGeom prst="rect">
            <a:avLst/>
          </a:prstGeom>
        </p:spPr>
      </p:pic>
      <p:sp>
        <p:nvSpPr>
          <p:cNvPr id="858" name="Google Shape;858;p51"/>
          <p:cNvSpPr txBox="1">
            <a:spLocks noGrp="1"/>
          </p:cNvSpPr>
          <p:nvPr>
            <p:ph type="ctrTitle"/>
          </p:nvPr>
        </p:nvSpPr>
        <p:spPr>
          <a:xfrm>
            <a:off x="730827" y="112162"/>
            <a:ext cx="7707300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Transportaions</a:t>
            </a:r>
            <a:endParaRPr dirty="0"/>
          </a:p>
        </p:txBody>
      </p:sp>
      <p:grpSp>
        <p:nvGrpSpPr>
          <p:cNvPr id="859" name="Google Shape;859;p51"/>
          <p:cNvGrpSpPr/>
          <p:nvPr/>
        </p:nvGrpSpPr>
        <p:grpSpPr>
          <a:xfrm>
            <a:off x="2914474" y="1134297"/>
            <a:ext cx="2735941" cy="1658638"/>
            <a:chOff x="235800" y="830650"/>
            <a:chExt cx="6978450" cy="4588844"/>
          </a:xfrm>
        </p:grpSpPr>
        <p:sp>
          <p:nvSpPr>
            <p:cNvPr id="860" name="Google Shape;860;p51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0" name="Google Shape;870;p51"/>
          <p:cNvSpPr/>
          <p:nvPr/>
        </p:nvSpPr>
        <p:spPr>
          <a:xfrm>
            <a:off x="4404611" y="1906466"/>
            <a:ext cx="148800" cy="14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51"/>
          <p:cNvSpPr/>
          <p:nvPr/>
        </p:nvSpPr>
        <p:spPr>
          <a:xfrm>
            <a:off x="4423200" y="1681712"/>
            <a:ext cx="148800" cy="148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5" name="Google Shape;875;p51"/>
          <p:cNvCxnSpPr>
            <a:cxnSpLocks/>
            <a:stCxn id="874" idx="6"/>
          </p:cNvCxnSpPr>
          <p:nvPr/>
        </p:nvCxnSpPr>
        <p:spPr>
          <a:xfrm>
            <a:off x="4572000" y="1756112"/>
            <a:ext cx="2259524" cy="543762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6" name="Google Shape;876;p51"/>
          <p:cNvCxnSpPr>
            <a:cxnSpLocks/>
            <a:stCxn id="870" idx="6"/>
          </p:cNvCxnSpPr>
          <p:nvPr/>
        </p:nvCxnSpPr>
        <p:spPr>
          <a:xfrm>
            <a:off x="4553411" y="1980866"/>
            <a:ext cx="3614196" cy="605673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875;p51">
            <a:extLst>
              <a:ext uri="{FF2B5EF4-FFF2-40B4-BE49-F238E27FC236}">
                <a16:creationId xmlns:a16="http://schemas.microsoft.com/office/drawing/2014/main" id="{4AF4C88F-306A-A0FF-4249-1824733F1361}"/>
              </a:ext>
            </a:extLst>
          </p:cNvPr>
          <p:cNvCxnSpPr>
            <a:cxnSpLocks/>
          </p:cNvCxnSpPr>
          <p:nvPr/>
        </p:nvCxnSpPr>
        <p:spPr>
          <a:xfrm>
            <a:off x="4664990" y="1851141"/>
            <a:ext cx="2705480" cy="55382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26B5745-D63B-2F92-69DD-87B47ADD65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373" b="-1"/>
          <a:stretch>
            <a:fillRect/>
          </a:stretch>
        </p:blipFill>
        <p:spPr>
          <a:xfrm>
            <a:off x="0" y="3151816"/>
            <a:ext cx="9144000" cy="20263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D55DCDC-B066-AC0B-94A2-77C846D1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983" b="49476"/>
          <a:stretch>
            <a:fillRect/>
          </a:stretch>
        </p:blipFill>
        <p:spPr>
          <a:xfrm>
            <a:off x="-13199" y="1042856"/>
            <a:ext cx="2909084" cy="2108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7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Sustainability</a:t>
            </a:r>
          </a:p>
        </p:txBody>
      </p:sp>
      <p:sp>
        <p:nvSpPr>
          <p:cNvPr id="1006" name="Google Shape;1006;p57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6"/>
          <p:cNvSpPr/>
          <p:nvPr/>
        </p:nvSpPr>
        <p:spPr>
          <a:xfrm>
            <a:off x="714000" y="3076200"/>
            <a:ext cx="7707300" cy="1743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6"/>
          <p:cNvSpPr/>
          <p:nvPr/>
        </p:nvSpPr>
        <p:spPr>
          <a:xfrm>
            <a:off x="714000" y="1079775"/>
            <a:ext cx="7707300" cy="1743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6"/>
          <p:cNvSpPr/>
          <p:nvPr/>
        </p:nvSpPr>
        <p:spPr>
          <a:xfrm>
            <a:off x="736719" y="3627756"/>
            <a:ext cx="7707300" cy="45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46"/>
          <p:cNvSpPr/>
          <p:nvPr/>
        </p:nvSpPr>
        <p:spPr>
          <a:xfrm>
            <a:off x="714000" y="1647300"/>
            <a:ext cx="7707300" cy="450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46"/>
          <p:cNvSpPr txBox="1">
            <a:spLocks noGrp="1"/>
          </p:cNvSpPr>
          <p:nvPr>
            <p:ph type="ctrTitle" idx="8"/>
          </p:nvPr>
        </p:nvSpPr>
        <p:spPr>
          <a:xfrm>
            <a:off x="723600" y="403035"/>
            <a:ext cx="7707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Sustainability</a:t>
            </a:r>
            <a:endParaRPr dirty="0"/>
          </a:p>
        </p:txBody>
      </p:sp>
      <p:sp>
        <p:nvSpPr>
          <p:cNvPr id="630" name="Google Shape;630;p46"/>
          <p:cNvSpPr txBox="1">
            <a:spLocks noGrp="1"/>
          </p:cNvSpPr>
          <p:nvPr>
            <p:ph type="subTitle" idx="5"/>
          </p:nvPr>
        </p:nvSpPr>
        <p:spPr>
          <a:xfrm>
            <a:off x="959216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74% reduction in emissions</a:t>
            </a:r>
            <a:endParaRPr dirty="0"/>
          </a:p>
        </p:txBody>
      </p:sp>
      <p:sp>
        <p:nvSpPr>
          <p:cNvPr id="631" name="Google Shape;631;p46"/>
          <p:cNvSpPr txBox="1">
            <a:spLocks noGrp="1"/>
          </p:cNvSpPr>
          <p:nvPr>
            <p:ph type="ctrTitle"/>
          </p:nvPr>
        </p:nvSpPr>
        <p:spPr>
          <a:xfrm>
            <a:off x="1121516" y="1708087"/>
            <a:ext cx="1501800" cy="3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Water</a:t>
            </a:r>
            <a:endParaRPr dirty="0"/>
          </a:p>
        </p:txBody>
      </p:sp>
      <p:sp>
        <p:nvSpPr>
          <p:cNvPr id="632" name="Google Shape;632;p46"/>
          <p:cNvSpPr txBox="1">
            <a:spLocks noGrp="1"/>
          </p:cNvSpPr>
          <p:nvPr>
            <p:ph type="ctrTitle" idx="4"/>
          </p:nvPr>
        </p:nvSpPr>
        <p:spPr>
          <a:xfrm>
            <a:off x="1122566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Gas Emissions</a:t>
            </a:r>
            <a:endParaRPr dirty="0"/>
          </a:p>
        </p:txBody>
      </p:sp>
      <p:sp>
        <p:nvSpPr>
          <p:cNvPr id="633" name="Google Shape;633;p46"/>
          <p:cNvSpPr txBox="1">
            <a:spLocks noGrp="1"/>
          </p:cNvSpPr>
          <p:nvPr>
            <p:ph type="ctrTitle" idx="6"/>
          </p:nvPr>
        </p:nvSpPr>
        <p:spPr>
          <a:xfrm>
            <a:off x="3878307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Social</a:t>
            </a:r>
            <a:endParaRPr dirty="0"/>
          </a:p>
        </p:txBody>
      </p:sp>
      <p:sp>
        <p:nvSpPr>
          <p:cNvPr id="634" name="Google Shape;634;p46"/>
          <p:cNvSpPr txBox="1">
            <a:spLocks noGrp="1"/>
          </p:cNvSpPr>
          <p:nvPr>
            <p:ph type="subTitle" idx="7"/>
          </p:nvPr>
        </p:nvSpPr>
        <p:spPr>
          <a:xfrm>
            <a:off x="3432752" y="4096473"/>
            <a:ext cx="2215580" cy="7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Empowering communities and people</a:t>
            </a:r>
            <a:endParaRPr dirty="0"/>
          </a:p>
        </p:txBody>
      </p:sp>
      <p:sp>
        <p:nvSpPr>
          <p:cNvPr id="635" name="Google Shape;635;p46"/>
          <p:cNvSpPr txBox="1">
            <a:spLocks noGrp="1"/>
          </p:cNvSpPr>
          <p:nvPr>
            <p:ph type="subTitle" idx="1"/>
          </p:nvPr>
        </p:nvSpPr>
        <p:spPr>
          <a:xfrm>
            <a:off x="959216" y="208657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54% reduction in water use</a:t>
            </a:r>
            <a:endParaRPr dirty="0"/>
          </a:p>
        </p:txBody>
      </p:sp>
      <p:sp>
        <p:nvSpPr>
          <p:cNvPr id="636" name="Google Shape;636;p46"/>
          <p:cNvSpPr txBox="1">
            <a:spLocks noGrp="1"/>
          </p:cNvSpPr>
          <p:nvPr>
            <p:ph type="ctrTitle" idx="2"/>
          </p:nvPr>
        </p:nvSpPr>
        <p:spPr>
          <a:xfrm>
            <a:off x="3777582" y="1709287"/>
            <a:ext cx="1499700" cy="3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Waste</a:t>
            </a:r>
            <a:endParaRPr dirty="0"/>
          </a:p>
        </p:txBody>
      </p:sp>
      <p:sp>
        <p:nvSpPr>
          <p:cNvPr id="637" name="Google Shape;637;p46"/>
          <p:cNvSpPr txBox="1">
            <a:spLocks noGrp="1"/>
          </p:cNvSpPr>
          <p:nvPr>
            <p:ph type="subTitle" idx="3"/>
          </p:nvPr>
        </p:nvSpPr>
        <p:spPr>
          <a:xfrm>
            <a:off x="3614232" y="2083183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34% reduction in Waste</a:t>
            </a:r>
          </a:p>
        </p:txBody>
      </p:sp>
      <p:sp>
        <p:nvSpPr>
          <p:cNvPr id="661" name="Google Shape;661;p46"/>
          <p:cNvSpPr txBox="1">
            <a:spLocks noGrp="1"/>
          </p:cNvSpPr>
          <p:nvPr>
            <p:ph type="ctrTitle" idx="9"/>
          </p:nvPr>
        </p:nvSpPr>
        <p:spPr>
          <a:xfrm>
            <a:off x="6540147" y="1709137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Energy</a:t>
            </a:r>
            <a:endParaRPr dirty="0"/>
          </a:p>
        </p:txBody>
      </p:sp>
      <p:sp>
        <p:nvSpPr>
          <p:cNvPr id="662" name="Google Shape;662;p46"/>
          <p:cNvSpPr txBox="1">
            <a:spLocks noGrp="1"/>
          </p:cNvSpPr>
          <p:nvPr>
            <p:ph type="subTitle" idx="13"/>
          </p:nvPr>
        </p:nvSpPr>
        <p:spPr>
          <a:xfrm>
            <a:off x="6376797" y="2083181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24% reduction in energy use</a:t>
            </a:r>
            <a:endParaRPr dirty="0"/>
          </a:p>
        </p:txBody>
      </p:sp>
      <p:sp>
        <p:nvSpPr>
          <p:cNvPr id="663" name="Google Shape;663;p46"/>
          <p:cNvSpPr txBox="1">
            <a:spLocks noGrp="1"/>
          </p:cNvSpPr>
          <p:nvPr>
            <p:ph type="ctrTitle" idx="14"/>
          </p:nvPr>
        </p:nvSpPr>
        <p:spPr>
          <a:xfrm>
            <a:off x="6587984" y="3676802"/>
            <a:ext cx="149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Economic</a:t>
            </a:r>
            <a:endParaRPr dirty="0"/>
          </a:p>
        </p:txBody>
      </p:sp>
      <p:sp>
        <p:nvSpPr>
          <p:cNvPr id="664" name="Google Shape;664;p46"/>
          <p:cNvSpPr txBox="1">
            <a:spLocks noGrp="1"/>
          </p:cNvSpPr>
          <p:nvPr>
            <p:ph type="subTitle" idx="15"/>
          </p:nvPr>
        </p:nvSpPr>
        <p:spPr>
          <a:xfrm>
            <a:off x="6424634" y="4067636"/>
            <a:ext cx="1826400" cy="7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Strengthening supply chain livelihoods</a:t>
            </a:r>
            <a:endParaRPr dirty="0"/>
          </a:p>
        </p:txBody>
      </p:sp>
      <p:sp>
        <p:nvSpPr>
          <p:cNvPr id="678" name="Google Shape;678;p46"/>
          <p:cNvSpPr/>
          <p:nvPr/>
        </p:nvSpPr>
        <p:spPr>
          <a:xfrm>
            <a:off x="177013" y="321675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12699;p79">
            <a:extLst>
              <a:ext uri="{FF2B5EF4-FFF2-40B4-BE49-F238E27FC236}">
                <a16:creationId xmlns:a16="http://schemas.microsoft.com/office/drawing/2014/main" id="{846A7FD7-872E-F2E1-D7C8-D1464DF25100}"/>
              </a:ext>
            </a:extLst>
          </p:cNvPr>
          <p:cNvGrpSpPr/>
          <p:nvPr/>
        </p:nvGrpSpPr>
        <p:grpSpPr>
          <a:xfrm>
            <a:off x="1636529" y="1153474"/>
            <a:ext cx="356256" cy="351808"/>
            <a:chOff x="7993805" y="2427122"/>
            <a:chExt cx="356256" cy="351808"/>
          </a:xfrm>
        </p:grpSpPr>
        <p:sp>
          <p:nvSpPr>
            <p:cNvPr id="3" name="Google Shape;12700;p79">
              <a:extLst>
                <a:ext uri="{FF2B5EF4-FFF2-40B4-BE49-F238E27FC236}">
                  <a16:creationId xmlns:a16="http://schemas.microsoft.com/office/drawing/2014/main" id="{33909855-05BD-9641-3706-725D9948534F}"/>
                </a:ext>
              </a:extLst>
            </p:cNvPr>
            <p:cNvSpPr/>
            <p:nvPr/>
          </p:nvSpPr>
          <p:spPr>
            <a:xfrm>
              <a:off x="8154957" y="2427122"/>
              <a:ext cx="195104" cy="194464"/>
            </a:xfrm>
            <a:custGeom>
              <a:avLst/>
              <a:gdLst/>
              <a:ahLst/>
              <a:cxnLst/>
              <a:rect l="l" t="t" r="r" b="b"/>
              <a:pathLst>
                <a:path w="6097" h="6077" extrusionOk="0">
                  <a:moveTo>
                    <a:pt x="299" y="0"/>
                  </a:moveTo>
                  <a:cubicBezTo>
                    <a:pt x="228" y="0"/>
                    <a:pt x="159" y="25"/>
                    <a:pt x="108" y="76"/>
                  </a:cubicBezTo>
                  <a:cubicBezTo>
                    <a:pt x="13" y="171"/>
                    <a:pt x="1" y="290"/>
                    <a:pt x="60" y="409"/>
                  </a:cubicBezTo>
                  <a:cubicBezTo>
                    <a:pt x="406" y="1028"/>
                    <a:pt x="644" y="1790"/>
                    <a:pt x="858" y="2517"/>
                  </a:cubicBezTo>
                  <a:cubicBezTo>
                    <a:pt x="1191" y="3588"/>
                    <a:pt x="1537" y="4695"/>
                    <a:pt x="2227" y="5410"/>
                  </a:cubicBezTo>
                  <a:cubicBezTo>
                    <a:pt x="2644" y="5838"/>
                    <a:pt x="3227" y="6077"/>
                    <a:pt x="3835" y="6077"/>
                  </a:cubicBezTo>
                  <a:lnTo>
                    <a:pt x="3858" y="6077"/>
                  </a:lnTo>
                  <a:cubicBezTo>
                    <a:pt x="4466" y="6077"/>
                    <a:pt x="5025" y="5850"/>
                    <a:pt x="5442" y="5422"/>
                  </a:cubicBezTo>
                  <a:cubicBezTo>
                    <a:pt x="5859" y="4993"/>
                    <a:pt x="6097" y="4422"/>
                    <a:pt x="6097" y="3814"/>
                  </a:cubicBezTo>
                  <a:cubicBezTo>
                    <a:pt x="6085" y="3219"/>
                    <a:pt x="5859" y="2659"/>
                    <a:pt x="5430" y="2243"/>
                  </a:cubicBezTo>
                  <a:cubicBezTo>
                    <a:pt x="4728" y="1540"/>
                    <a:pt x="3620" y="1195"/>
                    <a:pt x="2537" y="874"/>
                  </a:cubicBezTo>
                  <a:cubicBezTo>
                    <a:pt x="2287" y="790"/>
                    <a:pt x="2025" y="707"/>
                    <a:pt x="1751" y="612"/>
                  </a:cubicBezTo>
                  <a:cubicBezTo>
                    <a:pt x="1737" y="607"/>
                    <a:pt x="1722" y="605"/>
                    <a:pt x="1707" y="605"/>
                  </a:cubicBezTo>
                  <a:cubicBezTo>
                    <a:pt x="1637" y="605"/>
                    <a:pt x="1568" y="650"/>
                    <a:pt x="1549" y="719"/>
                  </a:cubicBezTo>
                  <a:cubicBezTo>
                    <a:pt x="1513" y="814"/>
                    <a:pt x="1561" y="897"/>
                    <a:pt x="1644" y="933"/>
                  </a:cubicBezTo>
                  <a:cubicBezTo>
                    <a:pt x="1918" y="1016"/>
                    <a:pt x="2180" y="1088"/>
                    <a:pt x="2442" y="1183"/>
                  </a:cubicBezTo>
                  <a:cubicBezTo>
                    <a:pt x="3525" y="1505"/>
                    <a:pt x="4537" y="1838"/>
                    <a:pt x="5192" y="2481"/>
                  </a:cubicBezTo>
                  <a:cubicBezTo>
                    <a:pt x="5561" y="2838"/>
                    <a:pt x="5752" y="3326"/>
                    <a:pt x="5775" y="3850"/>
                  </a:cubicBezTo>
                  <a:cubicBezTo>
                    <a:pt x="5775" y="4362"/>
                    <a:pt x="5585" y="4862"/>
                    <a:pt x="5216" y="5219"/>
                  </a:cubicBezTo>
                  <a:cubicBezTo>
                    <a:pt x="4859" y="5565"/>
                    <a:pt x="4370" y="5767"/>
                    <a:pt x="3847" y="5767"/>
                  </a:cubicBezTo>
                  <a:lnTo>
                    <a:pt x="3835" y="5767"/>
                  </a:lnTo>
                  <a:cubicBezTo>
                    <a:pt x="3323" y="5767"/>
                    <a:pt x="2823" y="5553"/>
                    <a:pt x="2465" y="5184"/>
                  </a:cubicBezTo>
                  <a:cubicBezTo>
                    <a:pt x="1834" y="4529"/>
                    <a:pt x="1513" y="3517"/>
                    <a:pt x="1168" y="2433"/>
                  </a:cubicBezTo>
                  <a:cubicBezTo>
                    <a:pt x="965" y="1743"/>
                    <a:pt x="739" y="1028"/>
                    <a:pt x="429" y="409"/>
                  </a:cubicBezTo>
                  <a:lnTo>
                    <a:pt x="429" y="409"/>
                  </a:lnTo>
                  <a:cubicBezTo>
                    <a:pt x="608" y="493"/>
                    <a:pt x="799" y="588"/>
                    <a:pt x="1013" y="659"/>
                  </a:cubicBezTo>
                  <a:cubicBezTo>
                    <a:pt x="1033" y="665"/>
                    <a:pt x="1053" y="668"/>
                    <a:pt x="1073" y="668"/>
                  </a:cubicBezTo>
                  <a:cubicBezTo>
                    <a:pt x="1137" y="668"/>
                    <a:pt x="1197" y="637"/>
                    <a:pt x="1215" y="564"/>
                  </a:cubicBezTo>
                  <a:cubicBezTo>
                    <a:pt x="1251" y="481"/>
                    <a:pt x="1215" y="385"/>
                    <a:pt x="1132" y="362"/>
                  </a:cubicBezTo>
                  <a:cubicBezTo>
                    <a:pt x="858" y="254"/>
                    <a:pt x="644" y="159"/>
                    <a:pt x="429" y="28"/>
                  </a:cubicBezTo>
                  <a:cubicBezTo>
                    <a:pt x="388" y="10"/>
                    <a:pt x="343" y="0"/>
                    <a:pt x="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4" name="Google Shape;12701;p79">
              <a:extLst>
                <a:ext uri="{FF2B5EF4-FFF2-40B4-BE49-F238E27FC236}">
                  <a16:creationId xmlns:a16="http://schemas.microsoft.com/office/drawing/2014/main" id="{7B990AA2-DF81-F5BA-CD17-84D8425D4FC1}"/>
                </a:ext>
              </a:extLst>
            </p:cNvPr>
            <p:cNvSpPr/>
            <p:nvPr/>
          </p:nvSpPr>
          <p:spPr>
            <a:xfrm>
              <a:off x="7993805" y="2477170"/>
              <a:ext cx="136032" cy="222144"/>
            </a:xfrm>
            <a:custGeom>
              <a:avLst/>
              <a:gdLst/>
              <a:ahLst/>
              <a:cxnLst/>
              <a:rect l="l" t="t" r="r" b="b"/>
              <a:pathLst>
                <a:path w="4251" h="6942" extrusionOk="0">
                  <a:moveTo>
                    <a:pt x="1834" y="0"/>
                  </a:moveTo>
                  <a:cubicBezTo>
                    <a:pt x="1715" y="0"/>
                    <a:pt x="1632" y="95"/>
                    <a:pt x="1596" y="214"/>
                  </a:cubicBezTo>
                  <a:cubicBezTo>
                    <a:pt x="1453" y="857"/>
                    <a:pt x="1155" y="1512"/>
                    <a:pt x="870" y="2143"/>
                  </a:cubicBezTo>
                  <a:cubicBezTo>
                    <a:pt x="453" y="3084"/>
                    <a:pt x="0" y="4048"/>
                    <a:pt x="60" y="4965"/>
                  </a:cubicBezTo>
                  <a:cubicBezTo>
                    <a:pt x="96" y="5513"/>
                    <a:pt x="346" y="6013"/>
                    <a:pt x="762" y="6406"/>
                  </a:cubicBezTo>
                  <a:cubicBezTo>
                    <a:pt x="1155" y="6751"/>
                    <a:pt x="1644" y="6941"/>
                    <a:pt x="2144" y="6941"/>
                  </a:cubicBezTo>
                  <a:lnTo>
                    <a:pt x="2286" y="6941"/>
                  </a:lnTo>
                  <a:cubicBezTo>
                    <a:pt x="2834" y="6906"/>
                    <a:pt x="3334" y="6656"/>
                    <a:pt x="3703" y="6227"/>
                  </a:cubicBezTo>
                  <a:cubicBezTo>
                    <a:pt x="4072" y="5810"/>
                    <a:pt x="4251" y="5275"/>
                    <a:pt x="4215" y="4703"/>
                  </a:cubicBezTo>
                  <a:cubicBezTo>
                    <a:pt x="4156" y="3798"/>
                    <a:pt x="3608" y="2893"/>
                    <a:pt x="3072" y="2012"/>
                  </a:cubicBezTo>
                  <a:cubicBezTo>
                    <a:pt x="2953" y="1822"/>
                    <a:pt x="2846" y="1643"/>
                    <a:pt x="2727" y="1441"/>
                  </a:cubicBezTo>
                  <a:cubicBezTo>
                    <a:pt x="2696" y="1395"/>
                    <a:pt x="2646" y="1368"/>
                    <a:pt x="2591" y="1368"/>
                  </a:cubicBezTo>
                  <a:cubicBezTo>
                    <a:pt x="2561" y="1368"/>
                    <a:pt x="2530" y="1376"/>
                    <a:pt x="2501" y="1393"/>
                  </a:cubicBezTo>
                  <a:cubicBezTo>
                    <a:pt x="2429" y="1429"/>
                    <a:pt x="2406" y="1536"/>
                    <a:pt x="2441" y="1607"/>
                  </a:cubicBezTo>
                  <a:cubicBezTo>
                    <a:pt x="2560" y="1810"/>
                    <a:pt x="2667" y="2000"/>
                    <a:pt x="2787" y="2191"/>
                  </a:cubicBezTo>
                  <a:cubicBezTo>
                    <a:pt x="3322" y="3072"/>
                    <a:pt x="3822" y="3905"/>
                    <a:pt x="3894" y="4739"/>
                  </a:cubicBezTo>
                  <a:cubicBezTo>
                    <a:pt x="3918" y="5203"/>
                    <a:pt x="3775" y="5656"/>
                    <a:pt x="3453" y="6013"/>
                  </a:cubicBezTo>
                  <a:cubicBezTo>
                    <a:pt x="3144" y="6370"/>
                    <a:pt x="2715" y="6584"/>
                    <a:pt x="2251" y="6608"/>
                  </a:cubicBezTo>
                  <a:cubicBezTo>
                    <a:pt x="2209" y="6611"/>
                    <a:pt x="2168" y="6613"/>
                    <a:pt x="2127" y="6613"/>
                  </a:cubicBezTo>
                  <a:cubicBezTo>
                    <a:pt x="1708" y="6613"/>
                    <a:pt x="1314" y="6449"/>
                    <a:pt x="989" y="6168"/>
                  </a:cubicBezTo>
                  <a:cubicBezTo>
                    <a:pt x="632" y="5858"/>
                    <a:pt x="417" y="5417"/>
                    <a:pt x="393" y="4941"/>
                  </a:cubicBezTo>
                  <a:cubicBezTo>
                    <a:pt x="346" y="4108"/>
                    <a:pt x="751" y="3239"/>
                    <a:pt x="1167" y="2286"/>
                  </a:cubicBezTo>
                  <a:cubicBezTo>
                    <a:pt x="1429" y="1691"/>
                    <a:pt x="1703" y="1095"/>
                    <a:pt x="1870" y="476"/>
                  </a:cubicBezTo>
                  <a:cubicBezTo>
                    <a:pt x="1929" y="631"/>
                    <a:pt x="2001" y="774"/>
                    <a:pt x="2072" y="941"/>
                  </a:cubicBezTo>
                  <a:cubicBezTo>
                    <a:pt x="2106" y="992"/>
                    <a:pt x="2159" y="1031"/>
                    <a:pt x="2222" y="1031"/>
                  </a:cubicBezTo>
                  <a:cubicBezTo>
                    <a:pt x="2246" y="1031"/>
                    <a:pt x="2272" y="1025"/>
                    <a:pt x="2298" y="1012"/>
                  </a:cubicBezTo>
                  <a:cubicBezTo>
                    <a:pt x="2370" y="976"/>
                    <a:pt x="2417" y="881"/>
                    <a:pt x="2370" y="798"/>
                  </a:cubicBezTo>
                  <a:cubicBezTo>
                    <a:pt x="2263" y="572"/>
                    <a:pt x="2179" y="381"/>
                    <a:pt x="2108" y="179"/>
                  </a:cubicBezTo>
                  <a:cubicBezTo>
                    <a:pt x="2060" y="83"/>
                    <a:pt x="1953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5" name="Google Shape;12702;p79">
              <a:extLst>
                <a:ext uri="{FF2B5EF4-FFF2-40B4-BE49-F238E27FC236}">
                  <a16:creationId xmlns:a16="http://schemas.microsoft.com/office/drawing/2014/main" id="{E3F80621-F308-A9C5-FBF3-5C1B1A36548B}"/>
                </a:ext>
              </a:extLst>
            </p:cNvPr>
            <p:cNvSpPr/>
            <p:nvPr/>
          </p:nvSpPr>
          <p:spPr>
            <a:xfrm>
              <a:off x="8170573" y="2617042"/>
              <a:ext cx="110528" cy="161888"/>
            </a:xfrm>
            <a:custGeom>
              <a:avLst/>
              <a:gdLst/>
              <a:ahLst/>
              <a:cxnLst/>
              <a:rect l="l" t="t" r="r" b="b"/>
              <a:pathLst>
                <a:path w="3454" h="5059" extrusionOk="0">
                  <a:moveTo>
                    <a:pt x="307" y="1"/>
                  </a:moveTo>
                  <a:cubicBezTo>
                    <a:pt x="276" y="1"/>
                    <a:pt x="245" y="8"/>
                    <a:pt x="215" y="22"/>
                  </a:cubicBezTo>
                  <a:cubicBezTo>
                    <a:pt x="108" y="70"/>
                    <a:pt x="61" y="177"/>
                    <a:pt x="72" y="273"/>
                  </a:cubicBezTo>
                  <a:cubicBezTo>
                    <a:pt x="156" y="773"/>
                    <a:pt x="120" y="1320"/>
                    <a:pt x="84" y="1856"/>
                  </a:cubicBezTo>
                  <a:cubicBezTo>
                    <a:pt x="49" y="2642"/>
                    <a:pt x="1" y="3463"/>
                    <a:pt x="299" y="4106"/>
                  </a:cubicBezTo>
                  <a:cubicBezTo>
                    <a:pt x="477" y="4499"/>
                    <a:pt x="811" y="4797"/>
                    <a:pt x="1204" y="4952"/>
                  </a:cubicBezTo>
                  <a:cubicBezTo>
                    <a:pt x="1394" y="5023"/>
                    <a:pt x="1596" y="5059"/>
                    <a:pt x="1787" y="5059"/>
                  </a:cubicBezTo>
                  <a:cubicBezTo>
                    <a:pt x="2013" y="5059"/>
                    <a:pt x="2251" y="5011"/>
                    <a:pt x="2454" y="4904"/>
                  </a:cubicBezTo>
                  <a:cubicBezTo>
                    <a:pt x="2847" y="4725"/>
                    <a:pt x="3144" y="4404"/>
                    <a:pt x="3287" y="3987"/>
                  </a:cubicBezTo>
                  <a:cubicBezTo>
                    <a:pt x="3454" y="3571"/>
                    <a:pt x="3442" y="3118"/>
                    <a:pt x="3251" y="2737"/>
                  </a:cubicBezTo>
                  <a:cubicBezTo>
                    <a:pt x="2954" y="2094"/>
                    <a:pt x="2299" y="1606"/>
                    <a:pt x="1668" y="1130"/>
                  </a:cubicBezTo>
                  <a:lnTo>
                    <a:pt x="1585" y="1046"/>
                  </a:lnTo>
                  <a:cubicBezTo>
                    <a:pt x="1552" y="1023"/>
                    <a:pt x="1518" y="1013"/>
                    <a:pt x="1485" y="1013"/>
                  </a:cubicBezTo>
                  <a:cubicBezTo>
                    <a:pt x="1434" y="1013"/>
                    <a:pt x="1387" y="1039"/>
                    <a:pt x="1358" y="1082"/>
                  </a:cubicBezTo>
                  <a:cubicBezTo>
                    <a:pt x="1299" y="1154"/>
                    <a:pt x="1311" y="1261"/>
                    <a:pt x="1382" y="1308"/>
                  </a:cubicBezTo>
                  <a:lnTo>
                    <a:pt x="1477" y="1380"/>
                  </a:lnTo>
                  <a:cubicBezTo>
                    <a:pt x="2096" y="1856"/>
                    <a:pt x="2680" y="2297"/>
                    <a:pt x="2954" y="2868"/>
                  </a:cubicBezTo>
                  <a:cubicBezTo>
                    <a:pt x="3097" y="3178"/>
                    <a:pt x="3109" y="3535"/>
                    <a:pt x="2989" y="3868"/>
                  </a:cubicBezTo>
                  <a:cubicBezTo>
                    <a:pt x="2870" y="4190"/>
                    <a:pt x="2632" y="4463"/>
                    <a:pt x="2323" y="4606"/>
                  </a:cubicBezTo>
                  <a:cubicBezTo>
                    <a:pt x="2158" y="4689"/>
                    <a:pt x="1979" y="4727"/>
                    <a:pt x="1798" y="4727"/>
                  </a:cubicBezTo>
                  <a:cubicBezTo>
                    <a:pt x="1639" y="4727"/>
                    <a:pt x="1478" y="4698"/>
                    <a:pt x="1323" y="4642"/>
                  </a:cubicBezTo>
                  <a:cubicBezTo>
                    <a:pt x="1001" y="4523"/>
                    <a:pt x="727" y="4261"/>
                    <a:pt x="596" y="3952"/>
                  </a:cubicBezTo>
                  <a:cubicBezTo>
                    <a:pt x="346" y="3392"/>
                    <a:pt x="370" y="2642"/>
                    <a:pt x="418" y="1856"/>
                  </a:cubicBezTo>
                  <a:cubicBezTo>
                    <a:pt x="453" y="1392"/>
                    <a:pt x="465" y="927"/>
                    <a:pt x="430" y="487"/>
                  </a:cubicBezTo>
                  <a:lnTo>
                    <a:pt x="430" y="487"/>
                  </a:lnTo>
                  <a:cubicBezTo>
                    <a:pt x="537" y="594"/>
                    <a:pt x="656" y="689"/>
                    <a:pt x="787" y="808"/>
                  </a:cubicBezTo>
                  <a:cubicBezTo>
                    <a:pt x="824" y="835"/>
                    <a:pt x="862" y="847"/>
                    <a:pt x="897" y="847"/>
                  </a:cubicBezTo>
                  <a:cubicBezTo>
                    <a:pt x="940" y="847"/>
                    <a:pt x="980" y="829"/>
                    <a:pt x="1013" y="796"/>
                  </a:cubicBezTo>
                  <a:cubicBezTo>
                    <a:pt x="1073" y="725"/>
                    <a:pt x="1061" y="630"/>
                    <a:pt x="1001" y="570"/>
                  </a:cubicBezTo>
                  <a:cubicBezTo>
                    <a:pt x="787" y="392"/>
                    <a:pt x="632" y="225"/>
                    <a:pt x="489" y="82"/>
                  </a:cubicBezTo>
                  <a:cubicBezTo>
                    <a:pt x="440" y="33"/>
                    <a:pt x="374" y="1"/>
                    <a:pt x="3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grpSp>
        <p:nvGrpSpPr>
          <p:cNvPr id="6" name="Google Shape;12824;p79">
            <a:extLst>
              <a:ext uri="{FF2B5EF4-FFF2-40B4-BE49-F238E27FC236}">
                <a16:creationId xmlns:a16="http://schemas.microsoft.com/office/drawing/2014/main" id="{9A8474CD-1761-02FB-0A95-4D5067112003}"/>
              </a:ext>
            </a:extLst>
          </p:cNvPr>
          <p:cNvGrpSpPr/>
          <p:nvPr/>
        </p:nvGrpSpPr>
        <p:grpSpPr>
          <a:xfrm>
            <a:off x="1586291" y="3180968"/>
            <a:ext cx="360064" cy="360096"/>
            <a:chOff x="6056429" y="3351922"/>
            <a:chExt cx="360064" cy="360096"/>
          </a:xfrm>
        </p:grpSpPr>
        <p:sp>
          <p:nvSpPr>
            <p:cNvPr id="7" name="Google Shape;12825;p79">
              <a:extLst>
                <a:ext uri="{FF2B5EF4-FFF2-40B4-BE49-F238E27FC236}">
                  <a16:creationId xmlns:a16="http://schemas.microsoft.com/office/drawing/2014/main" id="{5B1A7496-B2A8-A0EA-9DC0-7B34CC0852BD}"/>
                </a:ext>
              </a:extLst>
            </p:cNvPr>
            <p:cNvSpPr/>
            <p:nvPr/>
          </p:nvSpPr>
          <p:spPr>
            <a:xfrm>
              <a:off x="6056429" y="3351922"/>
              <a:ext cx="360064" cy="360096"/>
            </a:xfrm>
            <a:custGeom>
              <a:avLst/>
              <a:gdLst/>
              <a:ahLst/>
              <a:cxnLst/>
              <a:rect l="l" t="t" r="r" b="b"/>
              <a:pathLst>
                <a:path w="11252" h="11253" extrusionOk="0">
                  <a:moveTo>
                    <a:pt x="5501" y="3394"/>
                  </a:moveTo>
                  <a:lnTo>
                    <a:pt x="5501" y="5216"/>
                  </a:lnTo>
                  <a:lnTo>
                    <a:pt x="4215" y="3942"/>
                  </a:lnTo>
                  <a:lnTo>
                    <a:pt x="5501" y="3394"/>
                  </a:lnTo>
                  <a:close/>
                  <a:moveTo>
                    <a:pt x="3989" y="4180"/>
                  </a:moveTo>
                  <a:lnTo>
                    <a:pt x="5275" y="5454"/>
                  </a:lnTo>
                  <a:lnTo>
                    <a:pt x="3453" y="5454"/>
                  </a:lnTo>
                  <a:lnTo>
                    <a:pt x="3989" y="4180"/>
                  </a:lnTo>
                  <a:close/>
                  <a:moveTo>
                    <a:pt x="7346" y="4180"/>
                  </a:moveTo>
                  <a:lnTo>
                    <a:pt x="7882" y="5454"/>
                  </a:lnTo>
                  <a:lnTo>
                    <a:pt x="6060" y="5454"/>
                  </a:lnTo>
                  <a:lnTo>
                    <a:pt x="7346" y="4180"/>
                  </a:lnTo>
                  <a:close/>
                  <a:moveTo>
                    <a:pt x="5263" y="5787"/>
                  </a:moveTo>
                  <a:lnTo>
                    <a:pt x="3989" y="7061"/>
                  </a:lnTo>
                  <a:lnTo>
                    <a:pt x="3453" y="5787"/>
                  </a:lnTo>
                  <a:close/>
                  <a:moveTo>
                    <a:pt x="7858" y="5787"/>
                  </a:moveTo>
                  <a:lnTo>
                    <a:pt x="7346" y="7061"/>
                  </a:lnTo>
                  <a:lnTo>
                    <a:pt x="6060" y="5787"/>
                  </a:lnTo>
                  <a:close/>
                  <a:moveTo>
                    <a:pt x="5822" y="6025"/>
                  </a:moveTo>
                  <a:lnTo>
                    <a:pt x="7096" y="7299"/>
                  </a:lnTo>
                  <a:lnTo>
                    <a:pt x="5822" y="7823"/>
                  </a:lnTo>
                  <a:lnTo>
                    <a:pt x="5822" y="6025"/>
                  </a:lnTo>
                  <a:close/>
                  <a:moveTo>
                    <a:pt x="5632" y="1"/>
                  </a:moveTo>
                  <a:cubicBezTo>
                    <a:pt x="5537" y="1"/>
                    <a:pt x="5465" y="84"/>
                    <a:pt x="5465" y="167"/>
                  </a:cubicBezTo>
                  <a:lnTo>
                    <a:pt x="5465" y="1703"/>
                  </a:lnTo>
                  <a:lnTo>
                    <a:pt x="4525" y="763"/>
                  </a:lnTo>
                  <a:cubicBezTo>
                    <a:pt x="4495" y="733"/>
                    <a:pt x="4456" y="718"/>
                    <a:pt x="4414" y="718"/>
                  </a:cubicBezTo>
                  <a:cubicBezTo>
                    <a:pt x="4373" y="718"/>
                    <a:pt x="4328" y="733"/>
                    <a:pt x="4286" y="763"/>
                  </a:cubicBezTo>
                  <a:cubicBezTo>
                    <a:pt x="4227" y="822"/>
                    <a:pt x="4227" y="929"/>
                    <a:pt x="4286" y="1001"/>
                  </a:cubicBezTo>
                  <a:lnTo>
                    <a:pt x="5465" y="2180"/>
                  </a:lnTo>
                  <a:lnTo>
                    <a:pt x="5465" y="3061"/>
                  </a:lnTo>
                  <a:lnTo>
                    <a:pt x="3929" y="3692"/>
                  </a:lnTo>
                  <a:lnTo>
                    <a:pt x="3322" y="3084"/>
                  </a:lnTo>
                  <a:lnTo>
                    <a:pt x="3322" y="1418"/>
                  </a:lnTo>
                  <a:cubicBezTo>
                    <a:pt x="3322" y="1334"/>
                    <a:pt x="3251" y="1251"/>
                    <a:pt x="3155" y="1251"/>
                  </a:cubicBezTo>
                  <a:cubicBezTo>
                    <a:pt x="3072" y="1251"/>
                    <a:pt x="3001" y="1334"/>
                    <a:pt x="3001" y="1418"/>
                  </a:cubicBezTo>
                  <a:lnTo>
                    <a:pt x="3001" y="2763"/>
                  </a:lnTo>
                  <a:lnTo>
                    <a:pt x="1905" y="1668"/>
                  </a:lnTo>
                  <a:cubicBezTo>
                    <a:pt x="1875" y="1638"/>
                    <a:pt x="1837" y="1623"/>
                    <a:pt x="1795" y="1623"/>
                  </a:cubicBezTo>
                  <a:cubicBezTo>
                    <a:pt x="1753" y="1623"/>
                    <a:pt x="1709" y="1638"/>
                    <a:pt x="1667" y="1668"/>
                  </a:cubicBezTo>
                  <a:cubicBezTo>
                    <a:pt x="1608" y="1727"/>
                    <a:pt x="1608" y="1834"/>
                    <a:pt x="1667" y="1906"/>
                  </a:cubicBezTo>
                  <a:lnTo>
                    <a:pt x="2762" y="3001"/>
                  </a:lnTo>
                  <a:lnTo>
                    <a:pt x="1417" y="3001"/>
                  </a:lnTo>
                  <a:cubicBezTo>
                    <a:pt x="1334" y="3001"/>
                    <a:pt x="1250" y="3073"/>
                    <a:pt x="1250" y="3156"/>
                  </a:cubicBezTo>
                  <a:cubicBezTo>
                    <a:pt x="1250" y="3251"/>
                    <a:pt x="1334" y="3323"/>
                    <a:pt x="1417" y="3323"/>
                  </a:cubicBezTo>
                  <a:lnTo>
                    <a:pt x="3084" y="3323"/>
                  </a:lnTo>
                  <a:lnTo>
                    <a:pt x="3691" y="3930"/>
                  </a:lnTo>
                  <a:lnTo>
                    <a:pt x="3060" y="5466"/>
                  </a:lnTo>
                  <a:lnTo>
                    <a:pt x="2179" y="5466"/>
                  </a:lnTo>
                  <a:lnTo>
                    <a:pt x="1000" y="4287"/>
                  </a:lnTo>
                  <a:cubicBezTo>
                    <a:pt x="971" y="4257"/>
                    <a:pt x="929" y="4242"/>
                    <a:pt x="886" y="4242"/>
                  </a:cubicBezTo>
                  <a:cubicBezTo>
                    <a:pt x="843" y="4242"/>
                    <a:pt x="798" y="4257"/>
                    <a:pt x="762" y="4287"/>
                  </a:cubicBezTo>
                  <a:cubicBezTo>
                    <a:pt x="703" y="4347"/>
                    <a:pt x="703" y="4454"/>
                    <a:pt x="762" y="4525"/>
                  </a:cubicBezTo>
                  <a:lnTo>
                    <a:pt x="1703" y="5466"/>
                  </a:lnTo>
                  <a:lnTo>
                    <a:pt x="167" y="5466"/>
                  </a:lnTo>
                  <a:cubicBezTo>
                    <a:pt x="84" y="5466"/>
                    <a:pt x="0" y="5537"/>
                    <a:pt x="0" y="5632"/>
                  </a:cubicBezTo>
                  <a:cubicBezTo>
                    <a:pt x="0" y="5716"/>
                    <a:pt x="84" y="5799"/>
                    <a:pt x="167" y="5799"/>
                  </a:cubicBezTo>
                  <a:lnTo>
                    <a:pt x="1703" y="5799"/>
                  </a:lnTo>
                  <a:lnTo>
                    <a:pt x="762" y="6728"/>
                  </a:lnTo>
                  <a:cubicBezTo>
                    <a:pt x="703" y="6787"/>
                    <a:pt x="703" y="6894"/>
                    <a:pt x="762" y="6966"/>
                  </a:cubicBezTo>
                  <a:cubicBezTo>
                    <a:pt x="798" y="7002"/>
                    <a:pt x="834" y="7014"/>
                    <a:pt x="881" y="7014"/>
                  </a:cubicBezTo>
                  <a:cubicBezTo>
                    <a:pt x="929" y="7014"/>
                    <a:pt x="977" y="7002"/>
                    <a:pt x="1000" y="6966"/>
                  </a:cubicBezTo>
                  <a:lnTo>
                    <a:pt x="2179" y="5799"/>
                  </a:lnTo>
                  <a:lnTo>
                    <a:pt x="3060" y="5799"/>
                  </a:lnTo>
                  <a:lnTo>
                    <a:pt x="3691" y="7323"/>
                  </a:lnTo>
                  <a:lnTo>
                    <a:pt x="3084" y="7942"/>
                  </a:lnTo>
                  <a:lnTo>
                    <a:pt x="1417" y="7942"/>
                  </a:lnTo>
                  <a:cubicBezTo>
                    <a:pt x="1334" y="7942"/>
                    <a:pt x="1250" y="8014"/>
                    <a:pt x="1250" y="8097"/>
                  </a:cubicBezTo>
                  <a:cubicBezTo>
                    <a:pt x="1250" y="8192"/>
                    <a:pt x="1334" y="8264"/>
                    <a:pt x="1417" y="8264"/>
                  </a:cubicBezTo>
                  <a:lnTo>
                    <a:pt x="2762" y="8264"/>
                  </a:lnTo>
                  <a:lnTo>
                    <a:pt x="1667" y="9347"/>
                  </a:lnTo>
                  <a:cubicBezTo>
                    <a:pt x="1608" y="9407"/>
                    <a:pt x="1608" y="9514"/>
                    <a:pt x="1667" y="9585"/>
                  </a:cubicBezTo>
                  <a:cubicBezTo>
                    <a:pt x="1703" y="9621"/>
                    <a:pt x="1750" y="9633"/>
                    <a:pt x="1786" y="9633"/>
                  </a:cubicBezTo>
                  <a:cubicBezTo>
                    <a:pt x="1834" y="9633"/>
                    <a:pt x="1881" y="9621"/>
                    <a:pt x="1905" y="9585"/>
                  </a:cubicBezTo>
                  <a:lnTo>
                    <a:pt x="3001" y="8502"/>
                  </a:lnTo>
                  <a:lnTo>
                    <a:pt x="3001" y="8788"/>
                  </a:lnTo>
                  <a:cubicBezTo>
                    <a:pt x="3001" y="8871"/>
                    <a:pt x="3072" y="8954"/>
                    <a:pt x="3155" y="8954"/>
                  </a:cubicBezTo>
                  <a:cubicBezTo>
                    <a:pt x="3251" y="8954"/>
                    <a:pt x="3322" y="8871"/>
                    <a:pt x="3322" y="8788"/>
                  </a:cubicBezTo>
                  <a:lnTo>
                    <a:pt x="3322" y="8180"/>
                  </a:lnTo>
                  <a:lnTo>
                    <a:pt x="3929" y="7561"/>
                  </a:lnTo>
                  <a:lnTo>
                    <a:pt x="4394" y="7764"/>
                  </a:lnTo>
                  <a:cubicBezTo>
                    <a:pt x="4406" y="7776"/>
                    <a:pt x="4441" y="7776"/>
                    <a:pt x="4453" y="7776"/>
                  </a:cubicBezTo>
                  <a:cubicBezTo>
                    <a:pt x="4513" y="7776"/>
                    <a:pt x="4572" y="7728"/>
                    <a:pt x="4608" y="7668"/>
                  </a:cubicBezTo>
                  <a:cubicBezTo>
                    <a:pt x="4632" y="7585"/>
                    <a:pt x="4608" y="7490"/>
                    <a:pt x="4513" y="7466"/>
                  </a:cubicBezTo>
                  <a:lnTo>
                    <a:pt x="4191" y="7323"/>
                  </a:lnTo>
                  <a:lnTo>
                    <a:pt x="5465" y="6049"/>
                  </a:lnTo>
                  <a:lnTo>
                    <a:pt x="5465" y="7847"/>
                  </a:lnTo>
                  <a:lnTo>
                    <a:pt x="5168" y="7728"/>
                  </a:lnTo>
                  <a:cubicBezTo>
                    <a:pt x="5148" y="7722"/>
                    <a:pt x="5127" y="7719"/>
                    <a:pt x="5108" y="7719"/>
                  </a:cubicBezTo>
                  <a:cubicBezTo>
                    <a:pt x="5043" y="7719"/>
                    <a:pt x="4983" y="7750"/>
                    <a:pt x="4965" y="7823"/>
                  </a:cubicBezTo>
                  <a:cubicBezTo>
                    <a:pt x="4929" y="7907"/>
                    <a:pt x="4965" y="8002"/>
                    <a:pt x="5048" y="8026"/>
                  </a:cubicBezTo>
                  <a:lnTo>
                    <a:pt x="5465" y="8204"/>
                  </a:lnTo>
                  <a:lnTo>
                    <a:pt x="5465" y="9085"/>
                  </a:lnTo>
                  <a:lnTo>
                    <a:pt x="4286" y="10264"/>
                  </a:lnTo>
                  <a:cubicBezTo>
                    <a:pt x="4227" y="10323"/>
                    <a:pt x="4227" y="10419"/>
                    <a:pt x="4286" y="10502"/>
                  </a:cubicBezTo>
                  <a:cubicBezTo>
                    <a:pt x="4316" y="10532"/>
                    <a:pt x="4358" y="10547"/>
                    <a:pt x="4401" y="10547"/>
                  </a:cubicBezTo>
                  <a:cubicBezTo>
                    <a:pt x="4444" y="10547"/>
                    <a:pt x="4489" y="10532"/>
                    <a:pt x="4525" y="10502"/>
                  </a:cubicBezTo>
                  <a:lnTo>
                    <a:pt x="5465" y="9561"/>
                  </a:lnTo>
                  <a:lnTo>
                    <a:pt x="5465" y="11097"/>
                  </a:lnTo>
                  <a:cubicBezTo>
                    <a:pt x="5465" y="11181"/>
                    <a:pt x="5537" y="11252"/>
                    <a:pt x="5632" y="11252"/>
                  </a:cubicBezTo>
                  <a:cubicBezTo>
                    <a:pt x="5715" y="11252"/>
                    <a:pt x="5799" y="11181"/>
                    <a:pt x="5799" y="11097"/>
                  </a:cubicBezTo>
                  <a:lnTo>
                    <a:pt x="5799" y="9561"/>
                  </a:lnTo>
                  <a:lnTo>
                    <a:pt x="6727" y="10502"/>
                  </a:lnTo>
                  <a:cubicBezTo>
                    <a:pt x="6763" y="10526"/>
                    <a:pt x="6811" y="10538"/>
                    <a:pt x="6846" y="10538"/>
                  </a:cubicBezTo>
                  <a:cubicBezTo>
                    <a:pt x="6894" y="10538"/>
                    <a:pt x="6942" y="10526"/>
                    <a:pt x="6965" y="10502"/>
                  </a:cubicBezTo>
                  <a:cubicBezTo>
                    <a:pt x="7025" y="10443"/>
                    <a:pt x="7025" y="10335"/>
                    <a:pt x="6965" y="10264"/>
                  </a:cubicBezTo>
                  <a:lnTo>
                    <a:pt x="5799" y="9085"/>
                  </a:lnTo>
                  <a:lnTo>
                    <a:pt x="5799" y="8204"/>
                  </a:lnTo>
                  <a:lnTo>
                    <a:pt x="7323" y="7561"/>
                  </a:lnTo>
                  <a:lnTo>
                    <a:pt x="7942" y="8180"/>
                  </a:lnTo>
                  <a:lnTo>
                    <a:pt x="7942" y="9847"/>
                  </a:lnTo>
                  <a:cubicBezTo>
                    <a:pt x="7942" y="9931"/>
                    <a:pt x="8013" y="10014"/>
                    <a:pt x="8096" y="10014"/>
                  </a:cubicBezTo>
                  <a:cubicBezTo>
                    <a:pt x="8192" y="10014"/>
                    <a:pt x="8263" y="9931"/>
                    <a:pt x="8263" y="9847"/>
                  </a:cubicBezTo>
                  <a:lnTo>
                    <a:pt x="8263" y="8502"/>
                  </a:lnTo>
                  <a:lnTo>
                    <a:pt x="9347" y="9597"/>
                  </a:lnTo>
                  <a:cubicBezTo>
                    <a:pt x="9382" y="9621"/>
                    <a:pt x="9430" y="9633"/>
                    <a:pt x="9466" y="9633"/>
                  </a:cubicBezTo>
                  <a:cubicBezTo>
                    <a:pt x="9513" y="9633"/>
                    <a:pt x="9561" y="9621"/>
                    <a:pt x="9585" y="9597"/>
                  </a:cubicBezTo>
                  <a:cubicBezTo>
                    <a:pt x="9644" y="9538"/>
                    <a:pt x="9644" y="9431"/>
                    <a:pt x="9585" y="9347"/>
                  </a:cubicBezTo>
                  <a:lnTo>
                    <a:pt x="8501" y="8264"/>
                  </a:lnTo>
                  <a:lnTo>
                    <a:pt x="9847" y="8264"/>
                  </a:lnTo>
                  <a:cubicBezTo>
                    <a:pt x="9930" y="8264"/>
                    <a:pt x="10001" y="8192"/>
                    <a:pt x="10001" y="8109"/>
                  </a:cubicBezTo>
                  <a:cubicBezTo>
                    <a:pt x="10001" y="8014"/>
                    <a:pt x="9930" y="7942"/>
                    <a:pt x="9847" y="7942"/>
                  </a:cubicBezTo>
                  <a:lnTo>
                    <a:pt x="8180" y="7942"/>
                  </a:lnTo>
                  <a:lnTo>
                    <a:pt x="7561" y="7323"/>
                  </a:lnTo>
                  <a:lnTo>
                    <a:pt x="8204" y="5799"/>
                  </a:lnTo>
                  <a:lnTo>
                    <a:pt x="9085" y="5799"/>
                  </a:lnTo>
                  <a:lnTo>
                    <a:pt x="10263" y="6966"/>
                  </a:lnTo>
                  <a:cubicBezTo>
                    <a:pt x="10287" y="7002"/>
                    <a:pt x="10335" y="7014"/>
                    <a:pt x="10382" y="7014"/>
                  </a:cubicBezTo>
                  <a:cubicBezTo>
                    <a:pt x="10418" y="7014"/>
                    <a:pt x="10466" y="7002"/>
                    <a:pt x="10502" y="6966"/>
                  </a:cubicBezTo>
                  <a:cubicBezTo>
                    <a:pt x="10561" y="6918"/>
                    <a:pt x="10561" y="6811"/>
                    <a:pt x="10502" y="6728"/>
                  </a:cubicBezTo>
                  <a:lnTo>
                    <a:pt x="9561" y="5799"/>
                  </a:lnTo>
                  <a:lnTo>
                    <a:pt x="11097" y="5799"/>
                  </a:lnTo>
                  <a:cubicBezTo>
                    <a:pt x="11180" y="5799"/>
                    <a:pt x="11252" y="5728"/>
                    <a:pt x="11252" y="5632"/>
                  </a:cubicBezTo>
                  <a:cubicBezTo>
                    <a:pt x="11240" y="5525"/>
                    <a:pt x="11168" y="5454"/>
                    <a:pt x="11073" y="5454"/>
                  </a:cubicBezTo>
                  <a:lnTo>
                    <a:pt x="9549" y="5454"/>
                  </a:lnTo>
                  <a:lnTo>
                    <a:pt x="10478" y="4513"/>
                  </a:lnTo>
                  <a:cubicBezTo>
                    <a:pt x="10537" y="4454"/>
                    <a:pt x="10537" y="4358"/>
                    <a:pt x="10478" y="4275"/>
                  </a:cubicBezTo>
                  <a:cubicBezTo>
                    <a:pt x="10448" y="4245"/>
                    <a:pt x="10409" y="4230"/>
                    <a:pt x="10368" y="4230"/>
                  </a:cubicBezTo>
                  <a:cubicBezTo>
                    <a:pt x="10326" y="4230"/>
                    <a:pt x="10281" y="4245"/>
                    <a:pt x="10240" y="4275"/>
                  </a:cubicBezTo>
                  <a:lnTo>
                    <a:pt x="9073" y="5454"/>
                  </a:lnTo>
                  <a:lnTo>
                    <a:pt x="8192" y="5454"/>
                  </a:lnTo>
                  <a:lnTo>
                    <a:pt x="7549" y="3918"/>
                  </a:lnTo>
                  <a:lnTo>
                    <a:pt x="8156" y="3311"/>
                  </a:lnTo>
                  <a:lnTo>
                    <a:pt x="9823" y="3311"/>
                  </a:lnTo>
                  <a:cubicBezTo>
                    <a:pt x="9918" y="3311"/>
                    <a:pt x="9990" y="3239"/>
                    <a:pt x="9990" y="3144"/>
                  </a:cubicBezTo>
                  <a:cubicBezTo>
                    <a:pt x="9990" y="3061"/>
                    <a:pt x="9918" y="2989"/>
                    <a:pt x="9823" y="2989"/>
                  </a:cubicBezTo>
                  <a:lnTo>
                    <a:pt x="8489" y="2989"/>
                  </a:lnTo>
                  <a:lnTo>
                    <a:pt x="9573" y="1894"/>
                  </a:lnTo>
                  <a:cubicBezTo>
                    <a:pt x="9632" y="1834"/>
                    <a:pt x="9632" y="1739"/>
                    <a:pt x="9573" y="1656"/>
                  </a:cubicBezTo>
                  <a:cubicBezTo>
                    <a:pt x="9543" y="1626"/>
                    <a:pt x="9501" y="1611"/>
                    <a:pt x="9458" y="1611"/>
                  </a:cubicBezTo>
                  <a:cubicBezTo>
                    <a:pt x="9415" y="1611"/>
                    <a:pt x="9370" y="1626"/>
                    <a:pt x="9335" y="1656"/>
                  </a:cubicBezTo>
                  <a:lnTo>
                    <a:pt x="8251" y="2739"/>
                  </a:lnTo>
                  <a:lnTo>
                    <a:pt x="8251" y="2465"/>
                  </a:lnTo>
                  <a:cubicBezTo>
                    <a:pt x="8251" y="2370"/>
                    <a:pt x="8180" y="2299"/>
                    <a:pt x="8085" y="2299"/>
                  </a:cubicBezTo>
                  <a:cubicBezTo>
                    <a:pt x="8001" y="2299"/>
                    <a:pt x="7918" y="2370"/>
                    <a:pt x="7918" y="2465"/>
                  </a:cubicBezTo>
                  <a:lnTo>
                    <a:pt x="7918" y="3073"/>
                  </a:lnTo>
                  <a:lnTo>
                    <a:pt x="7311" y="3680"/>
                  </a:lnTo>
                  <a:lnTo>
                    <a:pt x="6906" y="3525"/>
                  </a:lnTo>
                  <a:cubicBezTo>
                    <a:pt x="6884" y="3516"/>
                    <a:pt x="6861" y="3511"/>
                    <a:pt x="6840" y="3511"/>
                  </a:cubicBezTo>
                  <a:cubicBezTo>
                    <a:pt x="6778" y="3511"/>
                    <a:pt x="6721" y="3547"/>
                    <a:pt x="6703" y="3608"/>
                  </a:cubicBezTo>
                  <a:cubicBezTo>
                    <a:pt x="6668" y="3704"/>
                    <a:pt x="6703" y="3787"/>
                    <a:pt x="6787" y="3823"/>
                  </a:cubicBezTo>
                  <a:lnTo>
                    <a:pt x="7073" y="3942"/>
                  </a:lnTo>
                  <a:lnTo>
                    <a:pt x="5799" y="5216"/>
                  </a:lnTo>
                  <a:lnTo>
                    <a:pt x="5799" y="3418"/>
                  </a:lnTo>
                  <a:lnTo>
                    <a:pt x="6096" y="3537"/>
                  </a:lnTo>
                  <a:cubicBezTo>
                    <a:pt x="6116" y="3543"/>
                    <a:pt x="6136" y="3546"/>
                    <a:pt x="6156" y="3546"/>
                  </a:cubicBezTo>
                  <a:cubicBezTo>
                    <a:pt x="6221" y="3546"/>
                    <a:pt x="6280" y="3514"/>
                    <a:pt x="6299" y="3442"/>
                  </a:cubicBezTo>
                  <a:cubicBezTo>
                    <a:pt x="6334" y="3358"/>
                    <a:pt x="6299" y="3263"/>
                    <a:pt x="6215" y="3239"/>
                  </a:cubicBezTo>
                  <a:lnTo>
                    <a:pt x="5799" y="3061"/>
                  </a:lnTo>
                  <a:lnTo>
                    <a:pt x="5799" y="2180"/>
                  </a:lnTo>
                  <a:lnTo>
                    <a:pt x="6965" y="1001"/>
                  </a:lnTo>
                  <a:cubicBezTo>
                    <a:pt x="7025" y="941"/>
                    <a:pt x="7025" y="834"/>
                    <a:pt x="6965" y="763"/>
                  </a:cubicBezTo>
                  <a:cubicBezTo>
                    <a:pt x="6936" y="733"/>
                    <a:pt x="6897" y="718"/>
                    <a:pt x="6855" y="718"/>
                  </a:cubicBezTo>
                  <a:cubicBezTo>
                    <a:pt x="6814" y="718"/>
                    <a:pt x="6769" y="733"/>
                    <a:pt x="6727" y="763"/>
                  </a:cubicBezTo>
                  <a:lnTo>
                    <a:pt x="5799" y="1703"/>
                  </a:lnTo>
                  <a:lnTo>
                    <a:pt x="5799" y="167"/>
                  </a:lnTo>
                  <a:cubicBezTo>
                    <a:pt x="5799" y="84"/>
                    <a:pt x="5715" y="1"/>
                    <a:pt x="563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826;p79">
              <a:extLst>
                <a:ext uri="{FF2B5EF4-FFF2-40B4-BE49-F238E27FC236}">
                  <a16:creationId xmlns:a16="http://schemas.microsoft.com/office/drawing/2014/main" id="{DC207BAB-3D57-D31F-48FC-189A9B4EE6B8}"/>
                </a:ext>
              </a:extLst>
            </p:cNvPr>
            <p:cNvSpPr/>
            <p:nvPr/>
          </p:nvSpPr>
          <p:spPr>
            <a:xfrm>
              <a:off x="6311309" y="3392306"/>
              <a:ext cx="10688" cy="21760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1" y="679"/>
                    <a:pt x="322" y="608"/>
                    <a:pt x="322" y="513"/>
                  </a:cubicBezTo>
                  <a:lnTo>
                    <a:pt x="322" y="156"/>
                  </a:lnTo>
                  <a:cubicBezTo>
                    <a:pt x="334" y="72"/>
                    <a:pt x="274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827;p79">
              <a:extLst>
                <a:ext uri="{FF2B5EF4-FFF2-40B4-BE49-F238E27FC236}">
                  <a16:creationId xmlns:a16="http://schemas.microsoft.com/office/drawing/2014/main" id="{BEBC682F-61C4-B132-F55B-E764E49C21D1}"/>
                </a:ext>
              </a:extLst>
            </p:cNvPr>
            <p:cNvSpPr/>
            <p:nvPr/>
          </p:nvSpPr>
          <p:spPr>
            <a:xfrm>
              <a:off x="6153197" y="3649490"/>
              <a:ext cx="10688" cy="21760"/>
            </a:xfrm>
            <a:custGeom>
              <a:avLst/>
              <a:gdLst/>
              <a:ahLst/>
              <a:cxnLst/>
              <a:rect l="l" t="t" r="r" b="b"/>
              <a:pathLst>
                <a:path w="334" h="680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lnTo>
                    <a:pt x="0" y="513"/>
                  </a:lnTo>
                  <a:cubicBezTo>
                    <a:pt x="0" y="608"/>
                    <a:pt x="72" y="679"/>
                    <a:pt x="167" y="679"/>
                  </a:cubicBezTo>
                  <a:cubicBezTo>
                    <a:pt x="250" y="679"/>
                    <a:pt x="334" y="608"/>
                    <a:pt x="334" y="513"/>
                  </a:cubicBezTo>
                  <a:lnTo>
                    <a:pt x="334" y="155"/>
                  </a:lnTo>
                  <a:cubicBezTo>
                    <a:pt x="334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9805;p74">
            <a:extLst>
              <a:ext uri="{FF2B5EF4-FFF2-40B4-BE49-F238E27FC236}">
                <a16:creationId xmlns:a16="http://schemas.microsoft.com/office/drawing/2014/main" id="{EEBEAF12-8242-7EE0-4F9E-B5420C0F5D61}"/>
              </a:ext>
            </a:extLst>
          </p:cNvPr>
          <p:cNvGrpSpPr/>
          <p:nvPr/>
        </p:nvGrpSpPr>
        <p:grpSpPr>
          <a:xfrm>
            <a:off x="4356045" y="1204246"/>
            <a:ext cx="355402" cy="354291"/>
            <a:chOff x="4129482" y="3681059"/>
            <a:chExt cx="355402" cy="354291"/>
          </a:xfrm>
        </p:grpSpPr>
        <p:sp>
          <p:nvSpPr>
            <p:cNvPr id="16" name="Google Shape;9806;p74">
              <a:extLst>
                <a:ext uri="{FF2B5EF4-FFF2-40B4-BE49-F238E27FC236}">
                  <a16:creationId xmlns:a16="http://schemas.microsoft.com/office/drawing/2014/main" id="{5A4E8AE8-77C5-F8C8-B82F-77813B97495E}"/>
                </a:ext>
              </a:extLst>
            </p:cNvPr>
            <p:cNvSpPr/>
            <p:nvPr/>
          </p:nvSpPr>
          <p:spPr>
            <a:xfrm>
              <a:off x="4313979" y="3719578"/>
              <a:ext cx="133117" cy="225016"/>
            </a:xfrm>
            <a:custGeom>
              <a:avLst/>
              <a:gdLst/>
              <a:ahLst/>
              <a:cxnLst/>
              <a:rect l="l" t="t" r="r" b="b"/>
              <a:pathLst>
                <a:path w="4192" h="7086" extrusionOk="0">
                  <a:moveTo>
                    <a:pt x="173" y="0"/>
                  </a:moveTo>
                  <a:cubicBezTo>
                    <a:pt x="96" y="0"/>
                    <a:pt x="23" y="68"/>
                    <a:pt x="12" y="156"/>
                  </a:cubicBezTo>
                  <a:cubicBezTo>
                    <a:pt x="0" y="240"/>
                    <a:pt x="72" y="323"/>
                    <a:pt x="167" y="335"/>
                  </a:cubicBezTo>
                  <a:cubicBezTo>
                    <a:pt x="1167" y="418"/>
                    <a:pt x="2108" y="883"/>
                    <a:pt x="2798" y="1633"/>
                  </a:cubicBezTo>
                  <a:cubicBezTo>
                    <a:pt x="3501" y="2383"/>
                    <a:pt x="3870" y="3359"/>
                    <a:pt x="3870" y="4383"/>
                  </a:cubicBezTo>
                  <a:cubicBezTo>
                    <a:pt x="3870" y="5217"/>
                    <a:pt x="3620" y="6002"/>
                    <a:pt x="3156" y="6693"/>
                  </a:cubicBezTo>
                  <a:lnTo>
                    <a:pt x="893" y="4407"/>
                  </a:lnTo>
                  <a:cubicBezTo>
                    <a:pt x="864" y="4377"/>
                    <a:pt x="822" y="4362"/>
                    <a:pt x="779" y="4362"/>
                  </a:cubicBezTo>
                  <a:cubicBezTo>
                    <a:pt x="736" y="4362"/>
                    <a:pt x="691" y="4377"/>
                    <a:pt x="655" y="4407"/>
                  </a:cubicBezTo>
                  <a:cubicBezTo>
                    <a:pt x="596" y="4467"/>
                    <a:pt x="596" y="4574"/>
                    <a:pt x="655" y="4645"/>
                  </a:cubicBezTo>
                  <a:lnTo>
                    <a:pt x="3048" y="7050"/>
                  </a:lnTo>
                  <a:cubicBezTo>
                    <a:pt x="3084" y="7074"/>
                    <a:pt x="3120" y="7086"/>
                    <a:pt x="3167" y="7086"/>
                  </a:cubicBezTo>
                  <a:lnTo>
                    <a:pt x="3179" y="7086"/>
                  </a:lnTo>
                  <a:cubicBezTo>
                    <a:pt x="3227" y="7086"/>
                    <a:pt x="3275" y="7062"/>
                    <a:pt x="3298" y="7026"/>
                  </a:cubicBezTo>
                  <a:cubicBezTo>
                    <a:pt x="3882" y="6252"/>
                    <a:pt x="4191" y="5348"/>
                    <a:pt x="4191" y="4383"/>
                  </a:cubicBezTo>
                  <a:cubicBezTo>
                    <a:pt x="4191" y="3276"/>
                    <a:pt x="3775" y="2228"/>
                    <a:pt x="3036" y="1407"/>
                  </a:cubicBezTo>
                  <a:cubicBezTo>
                    <a:pt x="2286" y="597"/>
                    <a:pt x="1274" y="97"/>
                    <a:pt x="191" y="2"/>
                  </a:cubicBezTo>
                  <a:cubicBezTo>
                    <a:pt x="185" y="1"/>
                    <a:pt x="179" y="0"/>
                    <a:pt x="17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07;p74">
              <a:extLst>
                <a:ext uri="{FF2B5EF4-FFF2-40B4-BE49-F238E27FC236}">
                  <a16:creationId xmlns:a16="http://schemas.microsoft.com/office/drawing/2014/main" id="{C7B3E196-3F4B-F0C2-35B2-C647BE251951}"/>
                </a:ext>
              </a:extLst>
            </p:cNvPr>
            <p:cNvSpPr/>
            <p:nvPr/>
          </p:nvSpPr>
          <p:spPr>
            <a:xfrm>
              <a:off x="4220968" y="3719197"/>
              <a:ext cx="106284" cy="132387"/>
            </a:xfrm>
            <a:custGeom>
              <a:avLst/>
              <a:gdLst/>
              <a:ahLst/>
              <a:cxnLst/>
              <a:rect l="l" t="t" r="r" b="b"/>
              <a:pathLst>
                <a:path w="3347" h="4169" extrusionOk="0">
                  <a:moveTo>
                    <a:pt x="2340" y="1"/>
                  </a:moveTo>
                  <a:cubicBezTo>
                    <a:pt x="2334" y="1"/>
                    <a:pt x="2328" y="1"/>
                    <a:pt x="2322" y="2"/>
                  </a:cubicBezTo>
                  <a:cubicBezTo>
                    <a:pt x="1501" y="73"/>
                    <a:pt x="715" y="371"/>
                    <a:pt x="60" y="883"/>
                  </a:cubicBezTo>
                  <a:cubicBezTo>
                    <a:pt x="12" y="907"/>
                    <a:pt x="0" y="954"/>
                    <a:pt x="0" y="1002"/>
                  </a:cubicBezTo>
                  <a:cubicBezTo>
                    <a:pt x="0" y="1038"/>
                    <a:pt x="12" y="1085"/>
                    <a:pt x="36" y="1133"/>
                  </a:cubicBezTo>
                  <a:lnTo>
                    <a:pt x="3048" y="4121"/>
                  </a:lnTo>
                  <a:cubicBezTo>
                    <a:pt x="3072" y="4157"/>
                    <a:pt x="3120" y="4169"/>
                    <a:pt x="3167" y="4169"/>
                  </a:cubicBezTo>
                  <a:cubicBezTo>
                    <a:pt x="3203" y="4169"/>
                    <a:pt x="3251" y="4157"/>
                    <a:pt x="3287" y="4121"/>
                  </a:cubicBezTo>
                  <a:cubicBezTo>
                    <a:pt x="3346" y="4062"/>
                    <a:pt x="3346" y="3955"/>
                    <a:pt x="3287" y="3883"/>
                  </a:cubicBezTo>
                  <a:lnTo>
                    <a:pt x="429" y="1026"/>
                  </a:lnTo>
                  <a:cubicBezTo>
                    <a:pt x="1001" y="645"/>
                    <a:pt x="1655" y="383"/>
                    <a:pt x="2358" y="323"/>
                  </a:cubicBezTo>
                  <a:cubicBezTo>
                    <a:pt x="2363" y="324"/>
                    <a:pt x="2367" y="324"/>
                    <a:pt x="2372" y="324"/>
                  </a:cubicBezTo>
                  <a:cubicBezTo>
                    <a:pt x="2449" y="324"/>
                    <a:pt x="2512" y="235"/>
                    <a:pt x="2501" y="157"/>
                  </a:cubicBezTo>
                  <a:cubicBezTo>
                    <a:pt x="2479" y="68"/>
                    <a:pt x="2416" y="1"/>
                    <a:pt x="234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9808;p74">
              <a:extLst>
                <a:ext uri="{FF2B5EF4-FFF2-40B4-BE49-F238E27FC236}">
                  <a16:creationId xmlns:a16="http://schemas.microsoft.com/office/drawing/2014/main" id="{C24FDCEB-7C3D-86FB-A501-8C11F23F5D60}"/>
                </a:ext>
              </a:extLst>
            </p:cNvPr>
            <p:cNvSpPr/>
            <p:nvPr/>
          </p:nvSpPr>
          <p:spPr>
            <a:xfrm>
              <a:off x="4167270" y="3772545"/>
              <a:ext cx="226127" cy="225746"/>
            </a:xfrm>
            <a:custGeom>
              <a:avLst/>
              <a:gdLst/>
              <a:ahLst/>
              <a:cxnLst/>
              <a:rect l="l" t="t" r="r" b="b"/>
              <a:pathLst>
                <a:path w="7121" h="7109" extrusionOk="0">
                  <a:moveTo>
                    <a:pt x="1037" y="405"/>
                  </a:moveTo>
                  <a:lnTo>
                    <a:pt x="6704" y="6061"/>
                  </a:lnTo>
                  <a:cubicBezTo>
                    <a:pt x="6013" y="6537"/>
                    <a:pt x="5228" y="6775"/>
                    <a:pt x="4406" y="6775"/>
                  </a:cubicBezTo>
                  <a:cubicBezTo>
                    <a:pt x="2168" y="6775"/>
                    <a:pt x="334" y="4942"/>
                    <a:pt x="334" y="2703"/>
                  </a:cubicBezTo>
                  <a:cubicBezTo>
                    <a:pt x="334" y="1882"/>
                    <a:pt x="572" y="1096"/>
                    <a:pt x="1037" y="405"/>
                  </a:cubicBezTo>
                  <a:close/>
                  <a:moveTo>
                    <a:pt x="1001" y="1"/>
                  </a:moveTo>
                  <a:cubicBezTo>
                    <a:pt x="953" y="1"/>
                    <a:pt x="918" y="36"/>
                    <a:pt x="882" y="60"/>
                  </a:cubicBezTo>
                  <a:cubicBezTo>
                    <a:pt x="298" y="822"/>
                    <a:pt x="1" y="1739"/>
                    <a:pt x="1" y="2703"/>
                  </a:cubicBezTo>
                  <a:cubicBezTo>
                    <a:pt x="1" y="5120"/>
                    <a:pt x="1989" y="7109"/>
                    <a:pt x="4406" y="7109"/>
                  </a:cubicBezTo>
                  <a:cubicBezTo>
                    <a:pt x="5382" y="7109"/>
                    <a:pt x="6287" y="6811"/>
                    <a:pt x="7061" y="6228"/>
                  </a:cubicBezTo>
                  <a:cubicBezTo>
                    <a:pt x="7109" y="6192"/>
                    <a:pt x="7121" y="6156"/>
                    <a:pt x="7121" y="6108"/>
                  </a:cubicBezTo>
                  <a:cubicBezTo>
                    <a:pt x="7121" y="6061"/>
                    <a:pt x="7109" y="6013"/>
                    <a:pt x="7073" y="5978"/>
                  </a:cubicBezTo>
                  <a:lnTo>
                    <a:pt x="1132" y="36"/>
                  </a:lnTo>
                  <a:cubicBezTo>
                    <a:pt x="1096" y="24"/>
                    <a:pt x="1048" y="1"/>
                    <a:pt x="100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9809;p74">
              <a:extLst>
                <a:ext uri="{FF2B5EF4-FFF2-40B4-BE49-F238E27FC236}">
                  <a16:creationId xmlns:a16="http://schemas.microsoft.com/office/drawing/2014/main" id="{B43CAAE0-5647-15EF-2BBF-F22F53C22DFD}"/>
                </a:ext>
              </a:extLst>
            </p:cNvPr>
            <p:cNvSpPr/>
            <p:nvPr/>
          </p:nvSpPr>
          <p:spPr>
            <a:xfrm>
              <a:off x="4129482" y="3681059"/>
              <a:ext cx="355402" cy="354291"/>
            </a:xfrm>
            <a:custGeom>
              <a:avLst/>
              <a:gdLst/>
              <a:ahLst/>
              <a:cxnLst/>
              <a:rect l="l" t="t" r="r" b="b"/>
              <a:pathLst>
                <a:path w="11192" h="11157" extrusionOk="0">
                  <a:moveTo>
                    <a:pt x="5596" y="0"/>
                  </a:moveTo>
                  <a:cubicBezTo>
                    <a:pt x="4096" y="0"/>
                    <a:pt x="2703" y="572"/>
                    <a:pt x="1643" y="1631"/>
                  </a:cubicBezTo>
                  <a:cubicBezTo>
                    <a:pt x="584" y="2691"/>
                    <a:pt x="0" y="4096"/>
                    <a:pt x="0" y="5584"/>
                  </a:cubicBezTo>
                  <a:cubicBezTo>
                    <a:pt x="0" y="7013"/>
                    <a:pt x="536" y="8358"/>
                    <a:pt x="1512" y="9406"/>
                  </a:cubicBezTo>
                  <a:cubicBezTo>
                    <a:pt x="2477" y="10430"/>
                    <a:pt x="3786" y="11061"/>
                    <a:pt x="5191" y="11156"/>
                  </a:cubicBezTo>
                  <a:cubicBezTo>
                    <a:pt x="5286" y="11156"/>
                    <a:pt x="5358" y="11097"/>
                    <a:pt x="5382" y="11014"/>
                  </a:cubicBezTo>
                  <a:cubicBezTo>
                    <a:pt x="5382" y="10918"/>
                    <a:pt x="5322" y="10847"/>
                    <a:pt x="5227" y="10835"/>
                  </a:cubicBezTo>
                  <a:cubicBezTo>
                    <a:pt x="3905" y="10740"/>
                    <a:pt x="2667" y="10144"/>
                    <a:pt x="1762" y="9180"/>
                  </a:cubicBezTo>
                  <a:cubicBezTo>
                    <a:pt x="834" y="8192"/>
                    <a:pt x="333" y="6930"/>
                    <a:pt x="333" y="5572"/>
                  </a:cubicBezTo>
                  <a:cubicBezTo>
                    <a:pt x="333" y="4179"/>
                    <a:pt x="881" y="2858"/>
                    <a:pt x="1881" y="1858"/>
                  </a:cubicBezTo>
                  <a:cubicBezTo>
                    <a:pt x="2881" y="858"/>
                    <a:pt x="4203" y="310"/>
                    <a:pt x="5596" y="310"/>
                  </a:cubicBezTo>
                  <a:cubicBezTo>
                    <a:pt x="7001" y="310"/>
                    <a:pt x="8323" y="858"/>
                    <a:pt x="9323" y="1858"/>
                  </a:cubicBezTo>
                  <a:cubicBezTo>
                    <a:pt x="10323" y="2858"/>
                    <a:pt x="10871" y="4179"/>
                    <a:pt x="10871" y="5572"/>
                  </a:cubicBezTo>
                  <a:cubicBezTo>
                    <a:pt x="10871" y="6918"/>
                    <a:pt x="10359" y="8192"/>
                    <a:pt x="9442" y="9180"/>
                  </a:cubicBezTo>
                  <a:cubicBezTo>
                    <a:pt x="8525" y="10144"/>
                    <a:pt x="7299" y="10740"/>
                    <a:pt x="5977" y="10835"/>
                  </a:cubicBezTo>
                  <a:cubicBezTo>
                    <a:pt x="5882" y="10835"/>
                    <a:pt x="5810" y="10918"/>
                    <a:pt x="5822" y="11014"/>
                  </a:cubicBezTo>
                  <a:cubicBezTo>
                    <a:pt x="5822" y="11097"/>
                    <a:pt x="5894" y="11156"/>
                    <a:pt x="5989" y="11156"/>
                  </a:cubicBezTo>
                  <a:lnTo>
                    <a:pt x="6001" y="11156"/>
                  </a:lnTo>
                  <a:cubicBezTo>
                    <a:pt x="7418" y="11061"/>
                    <a:pt x="8727" y="10442"/>
                    <a:pt x="9692" y="9406"/>
                  </a:cubicBezTo>
                  <a:cubicBezTo>
                    <a:pt x="10656" y="8358"/>
                    <a:pt x="11192" y="7013"/>
                    <a:pt x="11192" y="5584"/>
                  </a:cubicBezTo>
                  <a:cubicBezTo>
                    <a:pt x="11192" y="4096"/>
                    <a:pt x="10597" y="2691"/>
                    <a:pt x="9561" y="1631"/>
                  </a:cubicBezTo>
                  <a:cubicBezTo>
                    <a:pt x="8501" y="572"/>
                    <a:pt x="7108" y="0"/>
                    <a:pt x="55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11314;p77">
            <a:extLst>
              <a:ext uri="{FF2B5EF4-FFF2-40B4-BE49-F238E27FC236}">
                <a16:creationId xmlns:a16="http://schemas.microsoft.com/office/drawing/2014/main" id="{A03F6176-0122-CF19-28CF-EF3D784D828B}"/>
              </a:ext>
            </a:extLst>
          </p:cNvPr>
          <p:cNvGrpSpPr/>
          <p:nvPr/>
        </p:nvGrpSpPr>
        <p:grpSpPr>
          <a:xfrm>
            <a:off x="7152468" y="1197737"/>
            <a:ext cx="269343" cy="348543"/>
            <a:chOff x="3119678" y="3360146"/>
            <a:chExt cx="269343" cy="348543"/>
          </a:xfrm>
        </p:grpSpPr>
        <p:sp>
          <p:nvSpPr>
            <p:cNvPr id="21" name="Google Shape;11315;p77">
              <a:extLst>
                <a:ext uri="{FF2B5EF4-FFF2-40B4-BE49-F238E27FC236}">
                  <a16:creationId xmlns:a16="http://schemas.microsoft.com/office/drawing/2014/main" id="{7B898F74-7E84-84A0-DB43-525ADDC27990}"/>
                </a:ext>
              </a:extLst>
            </p:cNvPr>
            <p:cNvSpPr/>
            <p:nvPr/>
          </p:nvSpPr>
          <p:spPr>
            <a:xfrm>
              <a:off x="3268289" y="3498271"/>
              <a:ext cx="43782" cy="46728"/>
            </a:xfrm>
            <a:custGeom>
              <a:avLst/>
              <a:gdLst/>
              <a:ahLst/>
              <a:cxnLst/>
              <a:rect l="l" t="t" r="r" b="b"/>
              <a:pathLst>
                <a:path w="1382" h="1475" extrusionOk="0">
                  <a:moveTo>
                    <a:pt x="196" y="0"/>
                  </a:moveTo>
                  <a:cubicBezTo>
                    <a:pt x="137" y="0"/>
                    <a:pt x="81" y="35"/>
                    <a:pt x="48" y="93"/>
                  </a:cubicBezTo>
                  <a:cubicBezTo>
                    <a:pt x="0" y="164"/>
                    <a:pt x="36" y="272"/>
                    <a:pt x="119" y="319"/>
                  </a:cubicBezTo>
                  <a:cubicBezTo>
                    <a:pt x="584" y="557"/>
                    <a:pt x="905" y="926"/>
                    <a:pt x="1048" y="1355"/>
                  </a:cubicBezTo>
                  <a:cubicBezTo>
                    <a:pt x="1060" y="1438"/>
                    <a:pt x="1131" y="1474"/>
                    <a:pt x="1191" y="1474"/>
                  </a:cubicBezTo>
                  <a:cubicBezTo>
                    <a:pt x="1203" y="1474"/>
                    <a:pt x="1227" y="1474"/>
                    <a:pt x="1239" y="1462"/>
                  </a:cubicBezTo>
                  <a:cubicBezTo>
                    <a:pt x="1322" y="1415"/>
                    <a:pt x="1381" y="1331"/>
                    <a:pt x="1358" y="1236"/>
                  </a:cubicBezTo>
                  <a:cubicBezTo>
                    <a:pt x="1191" y="736"/>
                    <a:pt x="810" y="284"/>
                    <a:pt x="274" y="22"/>
                  </a:cubicBezTo>
                  <a:cubicBezTo>
                    <a:pt x="249" y="7"/>
                    <a:pt x="222" y="0"/>
                    <a:pt x="19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316;p77">
              <a:extLst>
                <a:ext uri="{FF2B5EF4-FFF2-40B4-BE49-F238E27FC236}">
                  <a16:creationId xmlns:a16="http://schemas.microsoft.com/office/drawing/2014/main" id="{FE0EA73D-4EEA-3556-2E56-E44B225E9C43}"/>
                </a:ext>
              </a:extLst>
            </p:cNvPr>
            <p:cNvSpPr/>
            <p:nvPr/>
          </p:nvSpPr>
          <p:spPr>
            <a:xfrm>
              <a:off x="3147208" y="3475176"/>
              <a:ext cx="214664" cy="233513"/>
            </a:xfrm>
            <a:custGeom>
              <a:avLst/>
              <a:gdLst/>
              <a:ahLst/>
              <a:cxnLst/>
              <a:rect l="l" t="t" r="r" b="b"/>
              <a:pathLst>
                <a:path w="6776" h="7371" extrusionOk="0">
                  <a:moveTo>
                    <a:pt x="3537" y="4608"/>
                  </a:moveTo>
                  <a:lnTo>
                    <a:pt x="3537" y="4989"/>
                  </a:lnTo>
                  <a:lnTo>
                    <a:pt x="3179" y="4989"/>
                  </a:lnTo>
                  <a:lnTo>
                    <a:pt x="3179" y="4608"/>
                  </a:lnTo>
                  <a:cubicBezTo>
                    <a:pt x="3239" y="4620"/>
                    <a:pt x="3298" y="4620"/>
                    <a:pt x="3358" y="4620"/>
                  </a:cubicBezTo>
                  <a:cubicBezTo>
                    <a:pt x="3417" y="4620"/>
                    <a:pt x="3477" y="4620"/>
                    <a:pt x="3537" y="4608"/>
                  </a:cubicBezTo>
                  <a:close/>
                  <a:moveTo>
                    <a:pt x="5977" y="5299"/>
                  </a:moveTo>
                  <a:lnTo>
                    <a:pt x="5977" y="5763"/>
                  </a:lnTo>
                  <a:lnTo>
                    <a:pt x="798" y="5763"/>
                  </a:lnTo>
                  <a:lnTo>
                    <a:pt x="798" y="5299"/>
                  </a:lnTo>
                  <a:close/>
                  <a:moveTo>
                    <a:pt x="3406" y="0"/>
                  </a:moveTo>
                  <a:cubicBezTo>
                    <a:pt x="2751" y="0"/>
                    <a:pt x="2132" y="262"/>
                    <a:pt x="1667" y="715"/>
                  </a:cubicBezTo>
                  <a:cubicBezTo>
                    <a:pt x="1203" y="1179"/>
                    <a:pt x="953" y="1798"/>
                    <a:pt x="953" y="2465"/>
                  </a:cubicBezTo>
                  <a:lnTo>
                    <a:pt x="953" y="2715"/>
                  </a:lnTo>
                  <a:cubicBezTo>
                    <a:pt x="953" y="2798"/>
                    <a:pt x="1024" y="2882"/>
                    <a:pt x="1120" y="2882"/>
                  </a:cubicBezTo>
                  <a:cubicBezTo>
                    <a:pt x="1203" y="2882"/>
                    <a:pt x="1274" y="2798"/>
                    <a:pt x="1274" y="2715"/>
                  </a:cubicBezTo>
                  <a:lnTo>
                    <a:pt x="1274" y="2465"/>
                  </a:lnTo>
                  <a:cubicBezTo>
                    <a:pt x="1274" y="1894"/>
                    <a:pt x="1501" y="1358"/>
                    <a:pt x="1905" y="953"/>
                  </a:cubicBezTo>
                  <a:cubicBezTo>
                    <a:pt x="2310" y="548"/>
                    <a:pt x="2846" y="334"/>
                    <a:pt x="3406" y="334"/>
                  </a:cubicBezTo>
                  <a:cubicBezTo>
                    <a:pt x="4584" y="334"/>
                    <a:pt x="5549" y="1286"/>
                    <a:pt x="5549" y="2477"/>
                  </a:cubicBezTo>
                  <a:lnTo>
                    <a:pt x="5549" y="4989"/>
                  </a:lnTo>
                  <a:lnTo>
                    <a:pt x="3882" y="4989"/>
                  </a:lnTo>
                  <a:lnTo>
                    <a:pt x="3882" y="4489"/>
                  </a:lnTo>
                  <a:cubicBezTo>
                    <a:pt x="4060" y="4382"/>
                    <a:pt x="4215" y="4203"/>
                    <a:pt x="4299" y="3989"/>
                  </a:cubicBezTo>
                  <a:cubicBezTo>
                    <a:pt x="4334" y="3906"/>
                    <a:pt x="4287" y="3810"/>
                    <a:pt x="4215" y="3787"/>
                  </a:cubicBezTo>
                  <a:cubicBezTo>
                    <a:pt x="4193" y="3778"/>
                    <a:pt x="4171" y="3775"/>
                    <a:pt x="4149" y="3775"/>
                  </a:cubicBezTo>
                  <a:cubicBezTo>
                    <a:pt x="4079" y="3775"/>
                    <a:pt x="4019" y="3815"/>
                    <a:pt x="4001" y="3870"/>
                  </a:cubicBezTo>
                  <a:cubicBezTo>
                    <a:pt x="3941" y="4037"/>
                    <a:pt x="3822" y="4156"/>
                    <a:pt x="3668" y="4227"/>
                  </a:cubicBezTo>
                  <a:lnTo>
                    <a:pt x="3656" y="4227"/>
                  </a:lnTo>
                  <a:cubicBezTo>
                    <a:pt x="3572" y="4263"/>
                    <a:pt x="3477" y="4287"/>
                    <a:pt x="3394" y="4287"/>
                  </a:cubicBezTo>
                  <a:cubicBezTo>
                    <a:pt x="3036" y="4287"/>
                    <a:pt x="2739" y="3989"/>
                    <a:pt x="2739" y="3632"/>
                  </a:cubicBezTo>
                  <a:cubicBezTo>
                    <a:pt x="2739" y="3275"/>
                    <a:pt x="3036" y="2977"/>
                    <a:pt x="3394" y="2977"/>
                  </a:cubicBezTo>
                  <a:cubicBezTo>
                    <a:pt x="3644" y="2977"/>
                    <a:pt x="3882" y="3132"/>
                    <a:pt x="3989" y="3370"/>
                  </a:cubicBezTo>
                  <a:cubicBezTo>
                    <a:pt x="4006" y="3421"/>
                    <a:pt x="4067" y="3461"/>
                    <a:pt x="4126" y="3461"/>
                  </a:cubicBezTo>
                  <a:cubicBezTo>
                    <a:pt x="4149" y="3461"/>
                    <a:pt x="4171" y="3455"/>
                    <a:pt x="4191" y="3441"/>
                  </a:cubicBezTo>
                  <a:cubicBezTo>
                    <a:pt x="4263" y="3418"/>
                    <a:pt x="4310" y="3310"/>
                    <a:pt x="4263" y="3239"/>
                  </a:cubicBezTo>
                  <a:cubicBezTo>
                    <a:pt x="4108" y="2894"/>
                    <a:pt x="3763" y="2667"/>
                    <a:pt x="3370" y="2667"/>
                  </a:cubicBezTo>
                  <a:cubicBezTo>
                    <a:pt x="2834" y="2667"/>
                    <a:pt x="2394" y="3096"/>
                    <a:pt x="2394" y="3656"/>
                  </a:cubicBezTo>
                  <a:cubicBezTo>
                    <a:pt x="2394" y="4013"/>
                    <a:pt x="2584" y="4322"/>
                    <a:pt x="2870" y="4489"/>
                  </a:cubicBezTo>
                  <a:lnTo>
                    <a:pt x="2870" y="4989"/>
                  </a:lnTo>
                  <a:lnTo>
                    <a:pt x="1262" y="4989"/>
                  </a:lnTo>
                  <a:lnTo>
                    <a:pt x="1262" y="3358"/>
                  </a:lnTo>
                  <a:cubicBezTo>
                    <a:pt x="1262" y="3263"/>
                    <a:pt x="1191" y="3191"/>
                    <a:pt x="1096" y="3191"/>
                  </a:cubicBezTo>
                  <a:cubicBezTo>
                    <a:pt x="1012" y="3191"/>
                    <a:pt x="941" y="3263"/>
                    <a:pt x="941" y="3358"/>
                  </a:cubicBezTo>
                  <a:lnTo>
                    <a:pt x="941" y="4989"/>
                  </a:lnTo>
                  <a:lnTo>
                    <a:pt x="655" y="4989"/>
                  </a:lnTo>
                  <a:cubicBezTo>
                    <a:pt x="560" y="4989"/>
                    <a:pt x="489" y="5061"/>
                    <a:pt x="489" y="5156"/>
                  </a:cubicBezTo>
                  <a:lnTo>
                    <a:pt x="489" y="5775"/>
                  </a:lnTo>
                  <a:lnTo>
                    <a:pt x="167" y="5775"/>
                  </a:lnTo>
                  <a:cubicBezTo>
                    <a:pt x="72" y="5775"/>
                    <a:pt x="0" y="5858"/>
                    <a:pt x="0" y="5942"/>
                  </a:cubicBezTo>
                  <a:lnTo>
                    <a:pt x="0" y="7204"/>
                  </a:lnTo>
                  <a:cubicBezTo>
                    <a:pt x="0" y="7299"/>
                    <a:pt x="72" y="7370"/>
                    <a:pt x="167" y="7370"/>
                  </a:cubicBezTo>
                  <a:lnTo>
                    <a:pt x="3918" y="7370"/>
                  </a:lnTo>
                  <a:cubicBezTo>
                    <a:pt x="4001" y="7370"/>
                    <a:pt x="4072" y="7299"/>
                    <a:pt x="4072" y="7204"/>
                  </a:cubicBezTo>
                  <a:cubicBezTo>
                    <a:pt x="4072" y="7120"/>
                    <a:pt x="4001" y="7049"/>
                    <a:pt x="3918" y="7049"/>
                  </a:cubicBezTo>
                  <a:lnTo>
                    <a:pt x="322" y="7049"/>
                  </a:lnTo>
                  <a:lnTo>
                    <a:pt x="322" y="6108"/>
                  </a:lnTo>
                  <a:lnTo>
                    <a:pt x="6442" y="6108"/>
                  </a:lnTo>
                  <a:lnTo>
                    <a:pt x="6442" y="7049"/>
                  </a:lnTo>
                  <a:lnTo>
                    <a:pt x="4537" y="7049"/>
                  </a:lnTo>
                  <a:cubicBezTo>
                    <a:pt x="4453" y="7049"/>
                    <a:pt x="4370" y="7120"/>
                    <a:pt x="4370" y="7204"/>
                  </a:cubicBezTo>
                  <a:cubicBezTo>
                    <a:pt x="4370" y="7299"/>
                    <a:pt x="4453" y="7370"/>
                    <a:pt x="4537" y="7370"/>
                  </a:cubicBezTo>
                  <a:lnTo>
                    <a:pt x="6608" y="7370"/>
                  </a:lnTo>
                  <a:cubicBezTo>
                    <a:pt x="6692" y="7370"/>
                    <a:pt x="6775" y="7299"/>
                    <a:pt x="6775" y="7204"/>
                  </a:cubicBezTo>
                  <a:lnTo>
                    <a:pt x="6775" y="5942"/>
                  </a:lnTo>
                  <a:cubicBezTo>
                    <a:pt x="6775" y="5835"/>
                    <a:pt x="6716" y="5763"/>
                    <a:pt x="6620" y="5763"/>
                  </a:cubicBezTo>
                  <a:lnTo>
                    <a:pt x="6311" y="5763"/>
                  </a:lnTo>
                  <a:lnTo>
                    <a:pt x="6311" y="5144"/>
                  </a:lnTo>
                  <a:cubicBezTo>
                    <a:pt x="6311" y="5049"/>
                    <a:pt x="6239" y="4977"/>
                    <a:pt x="6144" y="4977"/>
                  </a:cubicBezTo>
                  <a:lnTo>
                    <a:pt x="5858" y="4977"/>
                  </a:lnTo>
                  <a:lnTo>
                    <a:pt x="5858" y="2465"/>
                  </a:lnTo>
                  <a:cubicBezTo>
                    <a:pt x="5858" y="1108"/>
                    <a:pt x="4763" y="0"/>
                    <a:pt x="340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317;p77">
              <a:extLst>
                <a:ext uri="{FF2B5EF4-FFF2-40B4-BE49-F238E27FC236}">
                  <a16:creationId xmlns:a16="http://schemas.microsoft.com/office/drawing/2014/main" id="{36EA2462-F81F-BCB5-89E3-8068D1302090}"/>
                </a:ext>
              </a:extLst>
            </p:cNvPr>
            <p:cNvSpPr/>
            <p:nvPr/>
          </p:nvSpPr>
          <p:spPr>
            <a:xfrm>
              <a:off x="3249408" y="3360146"/>
              <a:ext cx="10613" cy="97321"/>
            </a:xfrm>
            <a:custGeom>
              <a:avLst/>
              <a:gdLst/>
              <a:ahLst/>
              <a:cxnLst/>
              <a:rect l="l" t="t" r="r" b="b"/>
              <a:pathLst>
                <a:path w="335" h="3072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2905"/>
                  </a:lnTo>
                  <a:cubicBezTo>
                    <a:pt x="1" y="3000"/>
                    <a:pt x="72" y="3072"/>
                    <a:pt x="168" y="3072"/>
                  </a:cubicBezTo>
                  <a:cubicBezTo>
                    <a:pt x="251" y="3072"/>
                    <a:pt x="334" y="3000"/>
                    <a:pt x="334" y="2905"/>
                  </a:cubicBezTo>
                  <a:lnTo>
                    <a:pt x="334" y="167"/>
                  </a:lnTo>
                  <a:cubicBezTo>
                    <a:pt x="334" y="83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318;p77">
              <a:extLst>
                <a:ext uri="{FF2B5EF4-FFF2-40B4-BE49-F238E27FC236}">
                  <a16:creationId xmlns:a16="http://schemas.microsoft.com/office/drawing/2014/main" id="{01AE7A07-0C7E-AB6D-0A09-5A4EAB52D6F7}"/>
                </a:ext>
              </a:extLst>
            </p:cNvPr>
            <p:cNvSpPr/>
            <p:nvPr/>
          </p:nvSpPr>
          <p:spPr>
            <a:xfrm>
              <a:off x="3175879" y="3377919"/>
              <a:ext cx="54331" cy="86740"/>
            </a:xfrm>
            <a:custGeom>
              <a:avLst/>
              <a:gdLst/>
              <a:ahLst/>
              <a:cxnLst/>
              <a:rect l="l" t="t" r="r" b="b"/>
              <a:pathLst>
                <a:path w="1715" h="2738" extrusionOk="0">
                  <a:moveTo>
                    <a:pt x="188" y="1"/>
                  </a:moveTo>
                  <a:cubicBezTo>
                    <a:pt x="161" y="1"/>
                    <a:pt x="134" y="8"/>
                    <a:pt x="107" y="22"/>
                  </a:cubicBezTo>
                  <a:cubicBezTo>
                    <a:pt x="36" y="70"/>
                    <a:pt x="0" y="153"/>
                    <a:pt x="48" y="249"/>
                  </a:cubicBezTo>
                  <a:lnTo>
                    <a:pt x="1381" y="2642"/>
                  </a:lnTo>
                  <a:cubicBezTo>
                    <a:pt x="1417" y="2701"/>
                    <a:pt x="1477" y="2737"/>
                    <a:pt x="1524" y="2737"/>
                  </a:cubicBezTo>
                  <a:cubicBezTo>
                    <a:pt x="1548" y="2737"/>
                    <a:pt x="1584" y="2737"/>
                    <a:pt x="1596" y="2713"/>
                  </a:cubicBezTo>
                  <a:cubicBezTo>
                    <a:pt x="1679" y="2654"/>
                    <a:pt x="1715" y="2559"/>
                    <a:pt x="1667" y="2475"/>
                  </a:cubicBezTo>
                  <a:lnTo>
                    <a:pt x="334" y="82"/>
                  </a:lnTo>
                  <a:cubicBezTo>
                    <a:pt x="301" y="33"/>
                    <a:pt x="246" y="1"/>
                    <a:pt x="18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319;p77">
              <a:extLst>
                <a:ext uri="{FF2B5EF4-FFF2-40B4-BE49-F238E27FC236}">
                  <a16:creationId xmlns:a16="http://schemas.microsoft.com/office/drawing/2014/main" id="{0FA716C0-E689-0241-3E40-3878D854E1EF}"/>
                </a:ext>
              </a:extLst>
            </p:cNvPr>
            <p:cNvSpPr/>
            <p:nvPr/>
          </p:nvSpPr>
          <p:spPr>
            <a:xfrm>
              <a:off x="3119678" y="3429399"/>
              <a:ext cx="89401" cy="50720"/>
            </a:xfrm>
            <a:custGeom>
              <a:avLst/>
              <a:gdLst/>
              <a:ahLst/>
              <a:cxnLst/>
              <a:rect l="l" t="t" r="r" b="b"/>
              <a:pathLst>
                <a:path w="2822" h="1601" extrusionOk="0">
                  <a:moveTo>
                    <a:pt x="200" y="0"/>
                  </a:moveTo>
                  <a:cubicBezTo>
                    <a:pt x="142" y="0"/>
                    <a:pt x="81" y="27"/>
                    <a:pt x="48" y="76"/>
                  </a:cubicBezTo>
                  <a:cubicBezTo>
                    <a:pt x="0" y="160"/>
                    <a:pt x="36" y="255"/>
                    <a:pt x="107" y="302"/>
                  </a:cubicBezTo>
                  <a:lnTo>
                    <a:pt x="2536" y="1588"/>
                  </a:lnTo>
                  <a:cubicBezTo>
                    <a:pt x="2560" y="1600"/>
                    <a:pt x="2584" y="1600"/>
                    <a:pt x="2608" y="1600"/>
                  </a:cubicBezTo>
                  <a:cubicBezTo>
                    <a:pt x="2667" y="1600"/>
                    <a:pt x="2727" y="1565"/>
                    <a:pt x="2762" y="1505"/>
                  </a:cubicBezTo>
                  <a:cubicBezTo>
                    <a:pt x="2822" y="1445"/>
                    <a:pt x="2786" y="1350"/>
                    <a:pt x="2703" y="1303"/>
                  </a:cubicBezTo>
                  <a:lnTo>
                    <a:pt x="274" y="17"/>
                  </a:lnTo>
                  <a:cubicBezTo>
                    <a:pt x="252" y="6"/>
                    <a:pt x="226" y="0"/>
                    <a:pt x="20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320;p77">
              <a:extLst>
                <a:ext uri="{FF2B5EF4-FFF2-40B4-BE49-F238E27FC236}">
                  <a16:creationId xmlns:a16="http://schemas.microsoft.com/office/drawing/2014/main" id="{03CCB3C5-6495-758A-D567-4C86A28CDF8F}"/>
                </a:ext>
              </a:extLst>
            </p:cNvPr>
            <p:cNvSpPr/>
            <p:nvPr/>
          </p:nvSpPr>
          <p:spPr>
            <a:xfrm>
              <a:off x="3279219" y="3377919"/>
              <a:ext cx="54363" cy="85980"/>
            </a:xfrm>
            <a:custGeom>
              <a:avLst/>
              <a:gdLst/>
              <a:ahLst/>
              <a:cxnLst/>
              <a:rect l="l" t="t" r="r" b="b"/>
              <a:pathLst>
                <a:path w="1716" h="2714" extrusionOk="0">
                  <a:moveTo>
                    <a:pt x="1533" y="1"/>
                  </a:moveTo>
                  <a:cubicBezTo>
                    <a:pt x="1475" y="1"/>
                    <a:pt x="1414" y="33"/>
                    <a:pt x="1382" y="82"/>
                  </a:cubicBezTo>
                  <a:lnTo>
                    <a:pt x="48" y="2475"/>
                  </a:lnTo>
                  <a:cubicBezTo>
                    <a:pt x="1" y="2559"/>
                    <a:pt x="24" y="2654"/>
                    <a:pt x="108" y="2701"/>
                  </a:cubicBezTo>
                  <a:cubicBezTo>
                    <a:pt x="132" y="2713"/>
                    <a:pt x="143" y="2713"/>
                    <a:pt x="179" y="2713"/>
                  </a:cubicBezTo>
                  <a:cubicBezTo>
                    <a:pt x="239" y="2713"/>
                    <a:pt x="286" y="2689"/>
                    <a:pt x="310" y="2630"/>
                  </a:cubicBezTo>
                  <a:lnTo>
                    <a:pt x="1656" y="237"/>
                  </a:lnTo>
                  <a:cubicBezTo>
                    <a:pt x="1715" y="153"/>
                    <a:pt x="1679" y="70"/>
                    <a:pt x="1608" y="22"/>
                  </a:cubicBezTo>
                  <a:cubicBezTo>
                    <a:pt x="1585" y="8"/>
                    <a:pt x="1560" y="1"/>
                    <a:pt x="153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321;p77">
              <a:extLst>
                <a:ext uri="{FF2B5EF4-FFF2-40B4-BE49-F238E27FC236}">
                  <a16:creationId xmlns:a16="http://schemas.microsoft.com/office/drawing/2014/main" id="{991C91D4-4BD5-B647-8FFB-9C7F21225471}"/>
                </a:ext>
              </a:extLst>
            </p:cNvPr>
            <p:cNvSpPr/>
            <p:nvPr/>
          </p:nvSpPr>
          <p:spPr>
            <a:xfrm>
              <a:off x="3300349" y="3429399"/>
              <a:ext cx="88672" cy="51100"/>
            </a:xfrm>
            <a:custGeom>
              <a:avLst/>
              <a:gdLst/>
              <a:ahLst/>
              <a:cxnLst/>
              <a:rect l="l" t="t" r="r" b="b"/>
              <a:pathLst>
                <a:path w="2799" h="1613" extrusionOk="0">
                  <a:moveTo>
                    <a:pt x="2615" y="0"/>
                  </a:moveTo>
                  <a:cubicBezTo>
                    <a:pt x="2589" y="0"/>
                    <a:pt x="2562" y="6"/>
                    <a:pt x="2536" y="17"/>
                  </a:cubicBezTo>
                  <a:lnTo>
                    <a:pt x="107" y="1303"/>
                  </a:lnTo>
                  <a:cubicBezTo>
                    <a:pt x="36" y="1350"/>
                    <a:pt x="0" y="1434"/>
                    <a:pt x="48" y="1529"/>
                  </a:cubicBezTo>
                  <a:cubicBezTo>
                    <a:pt x="72" y="1588"/>
                    <a:pt x="131" y="1612"/>
                    <a:pt x="191" y="1612"/>
                  </a:cubicBezTo>
                  <a:cubicBezTo>
                    <a:pt x="227" y="1612"/>
                    <a:pt x="238" y="1612"/>
                    <a:pt x="274" y="1600"/>
                  </a:cubicBezTo>
                  <a:lnTo>
                    <a:pt x="2691" y="314"/>
                  </a:lnTo>
                  <a:cubicBezTo>
                    <a:pt x="2774" y="255"/>
                    <a:pt x="2798" y="172"/>
                    <a:pt x="2751" y="76"/>
                  </a:cubicBezTo>
                  <a:cubicBezTo>
                    <a:pt x="2726" y="27"/>
                    <a:pt x="2673" y="0"/>
                    <a:pt x="26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10877;p76">
            <a:extLst>
              <a:ext uri="{FF2B5EF4-FFF2-40B4-BE49-F238E27FC236}">
                <a16:creationId xmlns:a16="http://schemas.microsoft.com/office/drawing/2014/main" id="{E41F9834-FDA0-1A07-0601-301FB08801F9}"/>
              </a:ext>
            </a:extLst>
          </p:cNvPr>
          <p:cNvGrpSpPr/>
          <p:nvPr/>
        </p:nvGrpSpPr>
        <p:grpSpPr>
          <a:xfrm>
            <a:off x="4433528" y="3241466"/>
            <a:ext cx="347143" cy="254684"/>
            <a:chOff x="5331913" y="3413947"/>
            <a:chExt cx="347143" cy="254684"/>
          </a:xfrm>
        </p:grpSpPr>
        <p:sp>
          <p:nvSpPr>
            <p:cNvPr id="29" name="Google Shape;10878;p76">
              <a:extLst>
                <a:ext uri="{FF2B5EF4-FFF2-40B4-BE49-F238E27FC236}">
                  <a16:creationId xmlns:a16="http://schemas.microsoft.com/office/drawing/2014/main" id="{4173E23A-9B62-5E22-F6B3-135DCDDF9370}"/>
                </a:ext>
              </a:extLst>
            </p:cNvPr>
            <p:cNvSpPr/>
            <p:nvPr/>
          </p:nvSpPr>
          <p:spPr>
            <a:xfrm>
              <a:off x="5597163" y="3523083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cubicBezTo>
                    <a:pt x="346" y="322"/>
                    <a:pt x="870" y="357"/>
                    <a:pt x="1120" y="476"/>
                  </a:cubicBezTo>
                  <a:cubicBezTo>
                    <a:pt x="1155" y="488"/>
                    <a:pt x="1167" y="488"/>
                    <a:pt x="1191" y="488"/>
                  </a:cubicBezTo>
                  <a:cubicBezTo>
                    <a:pt x="1251" y="488"/>
                    <a:pt x="1310" y="464"/>
                    <a:pt x="1346" y="405"/>
                  </a:cubicBezTo>
                  <a:cubicBezTo>
                    <a:pt x="1358" y="322"/>
                    <a:pt x="1334" y="226"/>
                    <a:pt x="1251" y="191"/>
                  </a:cubicBezTo>
                  <a:cubicBezTo>
                    <a:pt x="882" y="12"/>
                    <a:pt x="203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879;p76">
              <a:extLst>
                <a:ext uri="{FF2B5EF4-FFF2-40B4-BE49-F238E27FC236}">
                  <a16:creationId xmlns:a16="http://schemas.microsoft.com/office/drawing/2014/main" id="{96273D76-AE1D-1AD8-8ACC-271D7AB4D039}"/>
                </a:ext>
              </a:extLst>
            </p:cNvPr>
            <p:cNvSpPr/>
            <p:nvPr/>
          </p:nvSpPr>
          <p:spPr>
            <a:xfrm>
              <a:off x="5331913" y="3413947"/>
              <a:ext cx="347143" cy="253538"/>
            </a:xfrm>
            <a:custGeom>
              <a:avLst/>
              <a:gdLst/>
              <a:ahLst/>
              <a:cxnLst/>
              <a:rect l="l" t="t" r="r" b="b"/>
              <a:pathLst>
                <a:path w="10907" h="7966" extrusionOk="0">
                  <a:moveTo>
                    <a:pt x="7168" y="357"/>
                  </a:moveTo>
                  <a:lnTo>
                    <a:pt x="7168" y="1893"/>
                  </a:lnTo>
                  <a:cubicBezTo>
                    <a:pt x="7168" y="2131"/>
                    <a:pt x="7120" y="2357"/>
                    <a:pt x="7013" y="2560"/>
                  </a:cubicBezTo>
                  <a:cubicBezTo>
                    <a:pt x="7001" y="2584"/>
                    <a:pt x="7001" y="2608"/>
                    <a:pt x="7001" y="2643"/>
                  </a:cubicBezTo>
                  <a:lnTo>
                    <a:pt x="7001" y="3084"/>
                  </a:lnTo>
                  <a:cubicBezTo>
                    <a:pt x="7001" y="3512"/>
                    <a:pt x="6822" y="3917"/>
                    <a:pt x="6513" y="4203"/>
                  </a:cubicBezTo>
                  <a:cubicBezTo>
                    <a:pt x="6465" y="4227"/>
                    <a:pt x="6429" y="4274"/>
                    <a:pt x="6394" y="4310"/>
                  </a:cubicBezTo>
                  <a:cubicBezTo>
                    <a:pt x="6111" y="4514"/>
                    <a:pt x="5775" y="4621"/>
                    <a:pt x="5415" y="4621"/>
                  </a:cubicBezTo>
                  <a:cubicBezTo>
                    <a:pt x="5396" y="4621"/>
                    <a:pt x="5377" y="4620"/>
                    <a:pt x="5358" y="4620"/>
                  </a:cubicBezTo>
                  <a:cubicBezTo>
                    <a:pt x="4536" y="4560"/>
                    <a:pt x="3917" y="3858"/>
                    <a:pt x="3917" y="3024"/>
                  </a:cubicBezTo>
                  <a:lnTo>
                    <a:pt x="3917" y="2643"/>
                  </a:lnTo>
                  <a:cubicBezTo>
                    <a:pt x="3917" y="2608"/>
                    <a:pt x="3917" y="2596"/>
                    <a:pt x="3905" y="2560"/>
                  </a:cubicBezTo>
                  <a:cubicBezTo>
                    <a:pt x="3798" y="2357"/>
                    <a:pt x="3751" y="2131"/>
                    <a:pt x="3751" y="1893"/>
                  </a:cubicBezTo>
                  <a:lnTo>
                    <a:pt x="3751" y="1548"/>
                  </a:lnTo>
                  <a:cubicBezTo>
                    <a:pt x="3751" y="893"/>
                    <a:pt x="4286" y="357"/>
                    <a:pt x="4941" y="357"/>
                  </a:cubicBezTo>
                  <a:close/>
                  <a:moveTo>
                    <a:pt x="10013" y="2905"/>
                  </a:moveTo>
                  <a:lnTo>
                    <a:pt x="10013" y="3560"/>
                  </a:lnTo>
                  <a:cubicBezTo>
                    <a:pt x="10013" y="3667"/>
                    <a:pt x="9989" y="3774"/>
                    <a:pt x="9942" y="3870"/>
                  </a:cubicBezTo>
                  <a:lnTo>
                    <a:pt x="9870" y="4036"/>
                  </a:lnTo>
                  <a:cubicBezTo>
                    <a:pt x="9858" y="4048"/>
                    <a:pt x="9858" y="4084"/>
                    <a:pt x="9858" y="4108"/>
                  </a:cubicBezTo>
                  <a:lnTo>
                    <a:pt x="9858" y="4453"/>
                  </a:lnTo>
                  <a:cubicBezTo>
                    <a:pt x="9870" y="4679"/>
                    <a:pt x="9763" y="4882"/>
                    <a:pt x="9597" y="5048"/>
                  </a:cubicBezTo>
                  <a:cubicBezTo>
                    <a:pt x="9451" y="5205"/>
                    <a:pt x="9244" y="5288"/>
                    <a:pt x="9022" y="5288"/>
                  </a:cubicBezTo>
                  <a:cubicBezTo>
                    <a:pt x="9007" y="5288"/>
                    <a:pt x="8992" y="5287"/>
                    <a:pt x="8977" y="5286"/>
                  </a:cubicBezTo>
                  <a:cubicBezTo>
                    <a:pt x="8513" y="5275"/>
                    <a:pt x="8144" y="4870"/>
                    <a:pt x="8144" y="4382"/>
                  </a:cubicBezTo>
                  <a:lnTo>
                    <a:pt x="8144" y="4084"/>
                  </a:lnTo>
                  <a:cubicBezTo>
                    <a:pt x="8144" y="4048"/>
                    <a:pt x="8144" y="4036"/>
                    <a:pt x="8132" y="4012"/>
                  </a:cubicBezTo>
                  <a:lnTo>
                    <a:pt x="8025" y="3810"/>
                  </a:lnTo>
                  <a:cubicBezTo>
                    <a:pt x="8002" y="3741"/>
                    <a:pt x="7968" y="3672"/>
                    <a:pt x="7966" y="3582"/>
                  </a:cubicBezTo>
                  <a:lnTo>
                    <a:pt x="7966" y="3582"/>
                  </a:lnTo>
                  <a:cubicBezTo>
                    <a:pt x="7973" y="3196"/>
                    <a:pt x="8279" y="2905"/>
                    <a:pt x="8644" y="2905"/>
                  </a:cubicBezTo>
                  <a:close/>
                  <a:moveTo>
                    <a:pt x="1727" y="2893"/>
                  </a:moveTo>
                  <a:cubicBezTo>
                    <a:pt x="2000" y="2893"/>
                    <a:pt x="2250" y="3000"/>
                    <a:pt x="2441" y="3191"/>
                  </a:cubicBezTo>
                  <a:cubicBezTo>
                    <a:pt x="2643" y="3381"/>
                    <a:pt x="2739" y="3655"/>
                    <a:pt x="2774" y="3929"/>
                  </a:cubicBezTo>
                  <a:cubicBezTo>
                    <a:pt x="2774" y="4024"/>
                    <a:pt x="2786" y="4132"/>
                    <a:pt x="2786" y="4227"/>
                  </a:cubicBezTo>
                  <a:lnTo>
                    <a:pt x="2786" y="4262"/>
                  </a:lnTo>
                  <a:cubicBezTo>
                    <a:pt x="2608" y="3989"/>
                    <a:pt x="2358" y="3798"/>
                    <a:pt x="2000" y="3691"/>
                  </a:cubicBezTo>
                  <a:cubicBezTo>
                    <a:pt x="1753" y="3615"/>
                    <a:pt x="1520" y="3607"/>
                    <a:pt x="1431" y="3607"/>
                  </a:cubicBezTo>
                  <a:cubicBezTo>
                    <a:pt x="1409" y="3607"/>
                    <a:pt x="1396" y="3608"/>
                    <a:pt x="1393" y="3608"/>
                  </a:cubicBezTo>
                  <a:cubicBezTo>
                    <a:pt x="1346" y="3608"/>
                    <a:pt x="1310" y="3620"/>
                    <a:pt x="1286" y="3655"/>
                  </a:cubicBezTo>
                  <a:lnTo>
                    <a:pt x="1000" y="3953"/>
                  </a:lnTo>
                  <a:cubicBezTo>
                    <a:pt x="941" y="4012"/>
                    <a:pt x="941" y="4108"/>
                    <a:pt x="1000" y="4167"/>
                  </a:cubicBezTo>
                  <a:cubicBezTo>
                    <a:pt x="1030" y="4197"/>
                    <a:pt x="1072" y="4212"/>
                    <a:pt x="1113" y="4212"/>
                  </a:cubicBezTo>
                  <a:cubicBezTo>
                    <a:pt x="1155" y="4212"/>
                    <a:pt x="1197" y="4197"/>
                    <a:pt x="1226" y="4167"/>
                  </a:cubicBezTo>
                  <a:lnTo>
                    <a:pt x="1465" y="3917"/>
                  </a:lnTo>
                  <a:cubicBezTo>
                    <a:pt x="1667" y="3929"/>
                    <a:pt x="2322" y="4012"/>
                    <a:pt x="2572" y="4572"/>
                  </a:cubicBezTo>
                  <a:cubicBezTo>
                    <a:pt x="2500" y="4989"/>
                    <a:pt x="2143" y="5298"/>
                    <a:pt x="1727" y="5298"/>
                  </a:cubicBezTo>
                  <a:cubicBezTo>
                    <a:pt x="1250" y="5298"/>
                    <a:pt x="869" y="4917"/>
                    <a:pt x="869" y="4441"/>
                  </a:cubicBezTo>
                  <a:cubicBezTo>
                    <a:pt x="869" y="4346"/>
                    <a:pt x="798" y="4274"/>
                    <a:pt x="703" y="4274"/>
                  </a:cubicBezTo>
                  <a:lnTo>
                    <a:pt x="679" y="4274"/>
                  </a:lnTo>
                  <a:lnTo>
                    <a:pt x="679" y="4227"/>
                  </a:lnTo>
                  <a:cubicBezTo>
                    <a:pt x="679" y="4132"/>
                    <a:pt x="679" y="4024"/>
                    <a:pt x="691" y="3929"/>
                  </a:cubicBezTo>
                  <a:cubicBezTo>
                    <a:pt x="703" y="3655"/>
                    <a:pt x="822" y="3381"/>
                    <a:pt x="1012" y="3191"/>
                  </a:cubicBezTo>
                  <a:cubicBezTo>
                    <a:pt x="1215" y="3000"/>
                    <a:pt x="1465" y="2893"/>
                    <a:pt x="1727" y="2893"/>
                  </a:cubicBezTo>
                  <a:close/>
                  <a:moveTo>
                    <a:pt x="643" y="4882"/>
                  </a:moveTo>
                  <a:cubicBezTo>
                    <a:pt x="726" y="5096"/>
                    <a:pt x="881" y="5275"/>
                    <a:pt x="1060" y="5405"/>
                  </a:cubicBezTo>
                  <a:lnTo>
                    <a:pt x="1060" y="5596"/>
                  </a:lnTo>
                  <a:cubicBezTo>
                    <a:pt x="762" y="5501"/>
                    <a:pt x="619" y="5346"/>
                    <a:pt x="560" y="5275"/>
                  </a:cubicBezTo>
                  <a:cubicBezTo>
                    <a:pt x="595" y="5155"/>
                    <a:pt x="631" y="5036"/>
                    <a:pt x="643" y="4882"/>
                  </a:cubicBezTo>
                  <a:close/>
                  <a:moveTo>
                    <a:pt x="2798" y="4882"/>
                  </a:moveTo>
                  <a:cubicBezTo>
                    <a:pt x="2810" y="5024"/>
                    <a:pt x="2846" y="5155"/>
                    <a:pt x="2893" y="5263"/>
                  </a:cubicBezTo>
                  <a:cubicBezTo>
                    <a:pt x="2834" y="5346"/>
                    <a:pt x="2679" y="5477"/>
                    <a:pt x="2381" y="5596"/>
                  </a:cubicBezTo>
                  <a:lnTo>
                    <a:pt x="2381" y="5405"/>
                  </a:lnTo>
                  <a:cubicBezTo>
                    <a:pt x="2560" y="5275"/>
                    <a:pt x="2715" y="5096"/>
                    <a:pt x="2798" y="4882"/>
                  </a:cubicBezTo>
                  <a:close/>
                  <a:moveTo>
                    <a:pt x="6299" y="4727"/>
                  </a:moveTo>
                  <a:lnTo>
                    <a:pt x="6299" y="5001"/>
                  </a:lnTo>
                  <a:lnTo>
                    <a:pt x="5453" y="5596"/>
                  </a:lnTo>
                  <a:lnTo>
                    <a:pt x="4584" y="5024"/>
                  </a:lnTo>
                  <a:lnTo>
                    <a:pt x="4584" y="4727"/>
                  </a:lnTo>
                  <a:cubicBezTo>
                    <a:pt x="4810" y="4846"/>
                    <a:pt x="5060" y="4917"/>
                    <a:pt x="5322" y="4929"/>
                  </a:cubicBezTo>
                  <a:lnTo>
                    <a:pt x="5441" y="4929"/>
                  </a:lnTo>
                  <a:cubicBezTo>
                    <a:pt x="5739" y="4929"/>
                    <a:pt x="6037" y="4858"/>
                    <a:pt x="6299" y="4727"/>
                  </a:cubicBezTo>
                  <a:close/>
                  <a:moveTo>
                    <a:pt x="9347" y="5572"/>
                  </a:moveTo>
                  <a:lnTo>
                    <a:pt x="9347" y="5632"/>
                  </a:lnTo>
                  <a:cubicBezTo>
                    <a:pt x="9347" y="5656"/>
                    <a:pt x="9347" y="5691"/>
                    <a:pt x="9358" y="5715"/>
                  </a:cubicBezTo>
                  <a:lnTo>
                    <a:pt x="9001" y="6072"/>
                  </a:lnTo>
                  <a:lnTo>
                    <a:pt x="8644" y="5715"/>
                  </a:lnTo>
                  <a:cubicBezTo>
                    <a:pt x="8644" y="5691"/>
                    <a:pt x="8668" y="5656"/>
                    <a:pt x="8668" y="5632"/>
                  </a:cubicBezTo>
                  <a:lnTo>
                    <a:pt x="8668" y="5572"/>
                  </a:lnTo>
                  <a:cubicBezTo>
                    <a:pt x="8763" y="5596"/>
                    <a:pt x="8870" y="5632"/>
                    <a:pt x="8977" y="5632"/>
                  </a:cubicBezTo>
                  <a:lnTo>
                    <a:pt x="9001" y="5632"/>
                  </a:lnTo>
                  <a:cubicBezTo>
                    <a:pt x="9120" y="5632"/>
                    <a:pt x="9239" y="5620"/>
                    <a:pt x="9347" y="5572"/>
                  </a:cubicBezTo>
                  <a:close/>
                  <a:moveTo>
                    <a:pt x="2108" y="5572"/>
                  </a:moveTo>
                  <a:lnTo>
                    <a:pt x="2108" y="5739"/>
                  </a:lnTo>
                  <a:cubicBezTo>
                    <a:pt x="2108" y="5798"/>
                    <a:pt x="2119" y="5834"/>
                    <a:pt x="2143" y="5882"/>
                  </a:cubicBezTo>
                  <a:lnTo>
                    <a:pt x="1965" y="6013"/>
                  </a:lnTo>
                  <a:cubicBezTo>
                    <a:pt x="1899" y="6084"/>
                    <a:pt x="1816" y="6120"/>
                    <a:pt x="1731" y="6120"/>
                  </a:cubicBezTo>
                  <a:cubicBezTo>
                    <a:pt x="1646" y="6120"/>
                    <a:pt x="1560" y="6084"/>
                    <a:pt x="1488" y="6013"/>
                  </a:cubicBezTo>
                  <a:lnTo>
                    <a:pt x="1346" y="5882"/>
                  </a:lnTo>
                  <a:cubicBezTo>
                    <a:pt x="1369" y="5834"/>
                    <a:pt x="1381" y="5775"/>
                    <a:pt x="1381" y="5739"/>
                  </a:cubicBezTo>
                  <a:lnTo>
                    <a:pt x="1381" y="5572"/>
                  </a:lnTo>
                  <a:cubicBezTo>
                    <a:pt x="1488" y="5596"/>
                    <a:pt x="1607" y="5632"/>
                    <a:pt x="1750" y="5632"/>
                  </a:cubicBezTo>
                  <a:cubicBezTo>
                    <a:pt x="1857" y="5632"/>
                    <a:pt x="1977" y="5608"/>
                    <a:pt x="2108" y="5572"/>
                  </a:cubicBezTo>
                  <a:close/>
                  <a:moveTo>
                    <a:pt x="4465" y="5298"/>
                  </a:moveTo>
                  <a:lnTo>
                    <a:pt x="5215" y="5810"/>
                  </a:lnTo>
                  <a:lnTo>
                    <a:pt x="4810" y="6215"/>
                  </a:lnTo>
                  <a:lnTo>
                    <a:pt x="4798" y="6215"/>
                  </a:lnTo>
                  <a:lnTo>
                    <a:pt x="4310" y="5465"/>
                  </a:lnTo>
                  <a:lnTo>
                    <a:pt x="4465" y="5298"/>
                  </a:lnTo>
                  <a:close/>
                  <a:moveTo>
                    <a:pt x="6429" y="5298"/>
                  </a:moveTo>
                  <a:lnTo>
                    <a:pt x="6596" y="5465"/>
                  </a:lnTo>
                  <a:lnTo>
                    <a:pt x="6108" y="6215"/>
                  </a:lnTo>
                  <a:lnTo>
                    <a:pt x="6096" y="6215"/>
                  </a:lnTo>
                  <a:lnTo>
                    <a:pt x="5691" y="5810"/>
                  </a:lnTo>
                  <a:lnTo>
                    <a:pt x="6429" y="5298"/>
                  </a:lnTo>
                  <a:close/>
                  <a:moveTo>
                    <a:pt x="4905" y="0"/>
                  </a:moveTo>
                  <a:cubicBezTo>
                    <a:pt x="4072" y="0"/>
                    <a:pt x="3381" y="691"/>
                    <a:pt x="3381" y="1524"/>
                  </a:cubicBezTo>
                  <a:lnTo>
                    <a:pt x="3381" y="1869"/>
                  </a:lnTo>
                  <a:cubicBezTo>
                    <a:pt x="3381" y="2131"/>
                    <a:pt x="3441" y="2381"/>
                    <a:pt x="3548" y="2643"/>
                  </a:cubicBezTo>
                  <a:lnTo>
                    <a:pt x="3548" y="3000"/>
                  </a:lnTo>
                  <a:cubicBezTo>
                    <a:pt x="3548" y="3596"/>
                    <a:pt x="3810" y="4132"/>
                    <a:pt x="4227" y="4465"/>
                  </a:cubicBezTo>
                  <a:lnTo>
                    <a:pt x="4227" y="5001"/>
                  </a:lnTo>
                  <a:lnTo>
                    <a:pt x="3929" y="5322"/>
                  </a:lnTo>
                  <a:cubicBezTo>
                    <a:pt x="3905" y="5346"/>
                    <a:pt x="3893" y="5394"/>
                    <a:pt x="3893" y="5441"/>
                  </a:cubicBezTo>
                  <a:lnTo>
                    <a:pt x="2905" y="5798"/>
                  </a:lnTo>
                  <a:cubicBezTo>
                    <a:pt x="2834" y="5822"/>
                    <a:pt x="2774" y="5858"/>
                    <a:pt x="2715" y="5894"/>
                  </a:cubicBezTo>
                  <a:lnTo>
                    <a:pt x="2560" y="5822"/>
                  </a:lnTo>
                  <a:cubicBezTo>
                    <a:pt x="3024" y="5632"/>
                    <a:pt x="3155" y="5346"/>
                    <a:pt x="3179" y="5334"/>
                  </a:cubicBezTo>
                  <a:cubicBezTo>
                    <a:pt x="3203" y="5286"/>
                    <a:pt x="3203" y="5227"/>
                    <a:pt x="3179" y="5179"/>
                  </a:cubicBezTo>
                  <a:cubicBezTo>
                    <a:pt x="3060" y="4965"/>
                    <a:pt x="3036" y="4524"/>
                    <a:pt x="3036" y="4203"/>
                  </a:cubicBezTo>
                  <a:cubicBezTo>
                    <a:pt x="3036" y="4084"/>
                    <a:pt x="3036" y="3977"/>
                    <a:pt x="3024" y="3893"/>
                  </a:cubicBezTo>
                  <a:cubicBezTo>
                    <a:pt x="2965" y="3131"/>
                    <a:pt x="2405" y="2548"/>
                    <a:pt x="1691" y="2548"/>
                  </a:cubicBezTo>
                  <a:cubicBezTo>
                    <a:pt x="976" y="2548"/>
                    <a:pt x="393" y="3131"/>
                    <a:pt x="345" y="3893"/>
                  </a:cubicBezTo>
                  <a:cubicBezTo>
                    <a:pt x="345" y="3977"/>
                    <a:pt x="333" y="4084"/>
                    <a:pt x="333" y="4203"/>
                  </a:cubicBezTo>
                  <a:cubicBezTo>
                    <a:pt x="322" y="4548"/>
                    <a:pt x="298" y="4965"/>
                    <a:pt x="203" y="5179"/>
                  </a:cubicBezTo>
                  <a:cubicBezTo>
                    <a:pt x="167" y="5227"/>
                    <a:pt x="167" y="5286"/>
                    <a:pt x="203" y="5334"/>
                  </a:cubicBezTo>
                  <a:cubicBezTo>
                    <a:pt x="203" y="5346"/>
                    <a:pt x="345" y="5632"/>
                    <a:pt x="810" y="5822"/>
                  </a:cubicBezTo>
                  <a:lnTo>
                    <a:pt x="369" y="6037"/>
                  </a:lnTo>
                  <a:cubicBezTo>
                    <a:pt x="155" y="6156"/>
                    <a:pt x="0" y="6370"/>
                    <a:pt x="0" y="6632"/>
                  </a:cubicBezTo>
                  <a:lnTo>
                    <a:pt x="0" y="7799"/>
                  </a:lnTo>
                  <a:cubicBezTo>
                    <a:pt x="0" y="7894"/>
                    <a:pt x="72" y="7965"/>
                    <a:pt x="167" y="7965"/>
                  </a:cubicBezTo>
                  <a:cubicBezTo>
                    <a:pt x="250" y="7965"/>
                    <a:pt x="333" y="7894"/>
                    <a:pt x="333" y="7799"/>
                  </a:cubicBezTo>
                  <a:lnTo>
                    <a:pt x="333" y="6632"/>
                  </a:lnTo>
                  <a:cubicBezTo>
                    <a:pt x="333" y="6489"/>
                    <a:pt x="405" y="6370"/>
                    <a:pt x="524" y="6310"/>
                  </a:cubicBezTo>
                  <a:lnTo>
                    <a:pt x="1060" y="6048"/>
                  </a:lnTo>
                  <a:lnTo>
                    <a:pt x="1238" y="6227"/>
                  </a:lnTo>
                  <a:cubicBezTo>
                    <a:pt x="1369" y="6346"/>
                    <a:pt x="1536" y="6406"/>
                    <a:pt x="1703" y="6406"/>
                  </a:cubicBezTo>
                  <a:cubicBezTo>
                    <a:pt x="1857" y="6406"/>
                    <a:pt x="2024" y="6346"/>
                    <a:pt x="2155" y="6227"/>
                  </a:cubicBezTo>
                  <a:lnTo>
                    <a:pt x="2334" y="6048"/>
                  </a:lnTo>
                  <a:lnTo>
                    <a:pt x="2512" y="6132"/>
                  </a:lnTo>
                  <a:cubicBezTo>
                    <a:pt x="2441" y="6275"/>
                    <a:pt x="2381" y="6418"/>
                    <a:pt x="2381" y="6584"/>
                  </a:cubicBezTo>
                  <a:lnTo>
                    <a:pt x="2381" y="7799"/>
                  </a:lnTo>
                  <a:cubicBezTo>
                    <a:pt x="2381" y="7894"/>
                    <a:pt x="2453" y="7965"/>
                    <a:pt x="2548" y="7965"/>
                  </a:cubicBezTo>
                  <a:cubicBezTo>
                    <a:pt x="2631" y="7965"/>
                    <a:pt x="2715" y="7894"/>
                    <a:pt x="2715" y="7799"/>
                  </a:cubicBezTo>
                  <a:lnTo>
                    <a:pt x="2715" y="6584"/>
                  </a:lnTo>
                  <a:cubicBezTo>
                    <a:pt x="2715" y="6358"/>
                    <a:pt x="2846" y="6167"/>
                    <a:pt x="3048" y="6096"/>
                  </a:cubicBezTo>
                  <a:lnTo>
                    <a:pt x="4084" y="5715"/>
                  </a:lnTo>
                  <a:lnTo>
                    <a:pt x="4513" y="6358"/>
                  </a:lnTo>
                  <a:cubicBezTo>
                    <a:pt x="4572" y="6453"/>
                    <a:pt x="4655" y="6489"/>
                    <a:pt x="4751" y="6513"/>
                  </a:cubicBezTo>
                  <a:lnTo>
                    <a:pt x="4775" y="6513"/>
                  </a:lnTo>
                  <a:cubicBezTo>
                    <a:pt x="4870" y="6513"/>
                    <a:pt x="4941" y="6477"/>
                    <a:pt x="5013" y="6418"/>
                  </a:cubicBezTo>
                  <a:lnTo>
                    <a:pt x="5286" y="6156"/>
                  </a:lnTo>
                  <a:lnTo>
                    <a:pt x="5286" y="7799"/>
                  </a:lnTo>
                  <a:cubicBezTo>
                    <a:pt x="5286" y="7894"/>
                    <a:pt x="5358" y="7965"/>
                    <a:pt x="5453" y="7965"/>
                  </a:cubicBezTo>
                  <a:cubicBezTo>
                    <a:pt x="5537" y="7965"/>
                    <a:pt x="5608" y="7894"/>
                    <a:pt x="5608" y="7799"/>
                  </a:cubicBezTo>
                  <a:lnTo>
                    <a:pt x="5608" y="6156"/>
                  </a:lnTo>
                  <a:lnTo>
                    <a:pt x="5882" y="6418"/>
                  </a:lnTo>
                  <a:cubicBezTo>
                    <a:pt x="5941" y="6477"/>
                    <a:pt x="6025" y="6513"/>
                    <a:pt x="6120" y="6513"/>
                  </a:cubicBezTo>
                  <a:lnTo>
                    <a:pt x="6144" y="6513"/>
                  </a:lnTo>
                  <a:cubicBezTo>
                    <a:pt x="6251" y="6489"/>
                    <a:pt x="6322" y="6453"/>
                    <a:pt x="6382" y="6358"/>
                  </a:cubicBezTo>
                  <a:lnTo>
                    <a:pt x="6822" y="5715"/>
                  </a:lnTo>
                  <a:lnTo>
                    <a:pt x="7846" y="6096"/>
                  </a:lnTo>
                  <a:cubicBezTo>
                    <a:pt x="8049" y="6167"/>
                    <a:pt x="8192" y="6358"/>
                    <a:pt x="8192" y="6584"/>
                  </a:cubicBezTo>
                  <a:lnTo>
                    <a:pt x="8192" y="7799"/>
                  </a:lnTo>
                  <a:cubicBezTo>
                    <a:pt x="8192" y="7894"/>
                    <a:pt x="8263" y="7965"/>
                    <a:pt x="8346" y="7965"/>
                  </a:cubicBezTo>
                  <a:cubicBezTo>
                    <a:pt x="8442" y="7965"/>
                    <a:pt x="8513" y="7894"/>
                    <a:pt x="8513" y="7799"/>
                  </a:cubicBezTo>
                  <a:lnTo>
                    <a:pt x="8513" y="6584"/>
                  </a:lnTo>
                  <a:cubicBezTo>
                    <a:pt x="8513" y="6358"/>
                    <a:pt x="8430" y="6156"/>
                    <a:pt x="8275" y="6001"/>
                  </a:cubicBezTo>
                  <a:lnTo>
                    <a:pt x="8323" y="5989"/>
                  </a:lnTo>
                  <a:cubicBezTo>
                    <a:pt x="8370" y="5977"/>
                    <a:pt x="8406" y="5953"/>
                    <a:pt x="8465" y="5929"/>
                  </a:cubicBezTo>
                  <a:lnTo>
                    <a:pt x="8870" y="6334"/>
                  </a:lnTo>
                  <a:lnTo>
                    <a:pt x="8870" y="7787"/>
                  </a:lnTo>
                  <a:cubicBezTo>
                    <a:pt x="8870" y="7882"/>
                    <a:pt x="8942" y="7953"/>
                    <a:pt x="9037" y="7953"/>
                  </a:cubicBezTo>
                  <a:cubicBezTo>
                    <a:pt x="9120" y="7953"/>
                    <a:pt x="9204" y="7882"/>
                    <a:pt x="9204" y="7787"/>
                  </a:cubicBezTo>
                  <a:lnTo>
                    <a:pt x="9204" y="6334"/>
                  </a:lnTo>
                  <a:lnTo>
                    <a:pt x="9597" y="5929"/>
                  </a:lnTo>
                  <a:cubicBezTo>
                    <a:pt x="9620" y="5941"/>
                    <a:pt x="9644" y="5941"/>
                    <a:pt x="9680" y="5953"/>
                  </a:cubicBezTo>
                  <a:lnTo>
                    <a:pt x="10335" y="6156"/>
                  </a:lnTo>
                  <a:cubicBezTo>
                    <a:pt x="10478" y="6191"/>
                    <a:pt x="10585" y="6334"/>
                    <a:pt x="10585" y="6489"/>
                  </a:cubicBezTo>
                  <a:lnTo>
                    <a:pt x="10585" y="7799"/>
                  </a:lnTo>
                  <a:cubicBezTo>
                    <a:pt x="10585" y="7894"/>
                    <a:pt x="10656" y="7965"/>
                    <a:pt x="10751" y="7965"/>
                  </a:cubicBezTo>
                  <a:cubicBezTo>
                    <a:pt x="10835" y="7965"/>
                    <a:pt x="10906" y="7894"/>
                    <a:pt x="10906" y="7799"/>
                  </a:cubicBezTo>
                  <a:lnTo>
                    <a:pt x="10906" y="6489"/>
                  </a:lnTo>
                  <a:cubicBezTo>
                    <a:pt x="10871" y="6227"/>
                    <a:pt x="10656" y="5953"/>
                    <a:pt x="10382" y="5870"/>
                  </a:cubicBezTo>
                  <a:lnTo>
                    <a:pt x="9716" y="5679"/>
                  </a:lnTo>
                  <a:cubicBezTo>
                    <a:pt x="9692" y="5656"/>
                    <a:pt x="9680" y="5644"/>
                    <a:pt x="9680" y="5620"/>
                  </a:cubicBezTo>
                  <a:lnTo>
                    <a:pt x="9680" y="5394"/>
                  </a:lnTo>
                  <a:cubicBezTo>
                    <a:pt x="9739" y="5358"/>
                    <a:pt x="9787" y="5322"/>
                    <a:pt x="9823" y="5275"/>
                  </a:cubicBezTo>
                  <a:cubicBezTo>
                    <a:pt x="10049" y="5048"/>
                    <a:pt x="10180" y="4751"/>
                    <a:pt x="10180" y="4429"/>
                  </a:cubicBezTo>
                  <a:lnTo>
                    <a:pt x="10180" y="4132"/>
                  </a:lnTo>
                  <a:lnTo>
                    <a:pt x="10239" y="3989"/>
                  </a:lnTo>
                  <a:cubicBezTo>
                    <a:pt x="10323" y="3858"/>
                    <a:pt x="10347" y="3691"/>
                    <a:pt x="10347" y="3548"/>
                  </a:cubicBezTo>
                  <a:lnTo>
                    <a:pt x="10347" y="2727"/>
                  </a:lnTo>
                  <a:cubicBezTo>
                    <a:pt x="10347" y="2643"/>
                    <a:pt x="10275" y="2560"/>
                    <a:pt x="10180" y="2560"/>
                  </a:cubicBezTo>
                  <a:lnTo>
                    <a:pt x="8656" y="2560"/>
                  </a:lnTo>
                  <a:cubicBezTo>
                    <a:pt x="8096" y="2560"/>
                    <a:pt x="7644" y="3012"/>
                    <a:pt x="7644" y="3572"/>
                  </a:cubicBezTo>
                  <a:lnTo>
                    <a:pt x="7644" y="3596"/>
                  </a:lnTo>
                  <a:cubicBezTo>
                    <a:pt x="7644" y="3727"/>
                    <a:pt x="7668" y="3846"/>
                    <a:pt x="7727" y="3965"/>
                  </a:cubicBezTo>
                  <a:lnTo>
                    <a:pt x="7799" y="4132"/>
                  </a:lnTo>
                  <a:lnTo>
                    <a:pt x="7799" y="4382"/>
                  </a:lnTo>
                  <a:cubicBezTo>
                    <a:pt x="7799" y="4798"/>
                    <a:pt x="8013" y="5155"/>
                    <a:pt x="8311" y="5382"/>
                  </a:cubicBezTo>
                  <a:lnTo>
                    <a:pt x="8311" y="5596"/>
                  </a:lnTo>
                  <a:cubicBezTo>
                    <a:pt x="8311" y="5632"/>
                    <a:pt x="8311" y="5644"/>
                    <a:pt x="8180" y="5691"/>
                  </a:cubicBezTo>
                  <a:lnTo>
                    <a:pt x="7858" y="5775"/>
                  </a:lnTo>
                  <a:lnTo>
                    <a:pt x="6941" y="5441"/>
                  </a:lnTo>
                  <a:cubicBezTo>
                    <a:pt x="6941" y="5394"/>
                    <a:pt x="6930" y="5346"/>
                    <a:pt x="6894" y="5322"/>
                  </a:cubicBezTo>
                  <a:lnTo>
                    <a:pt x="6596" y="5001"/>
                  </a:lnTo>
                  <a:lnTo>
                    <a:pt x="6596" y="4489"/>
                  </a:lnTo>
                  <a:cubicBezTo>
                    <a:pt x="6632" y="4453"/>
                    <a:pt x="6656" y="4429"/>
                    <a:pt x="6691" y="4405"/>
                  </a:cubicBezTo>
                  <a:cubicBezTo>
                    <a:pt x="7061" y="4072"/>
                    <a:pt x="7263" y="3560"/>
                    <a:pt x="7263" y="3060"/>
                  </a:cubicBezTo>
                  <a:lnTo>
                    <a:pt x="7263" y="2643"/>
                  </a:lnTo>
                  <a:cubicBezTo>
                    <a:pt x="7382" y="2405"/>
                    <a:pt x="7430" y="2131"/>
                    <a:pt x="7430" y="1869"/>
                  </a:cubicBezTo>
                  <a:lnTo>
                    <a:pt x="7430" y="167"/>
                  </a:lnTo>
                  <a:cubicBezTo>
                    <a:pt x="7430" y="83"/>
                    <a:pt x="7358" y="0"/>
                    <a:pt x="72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880;p76">
              <a:extLst>
                <a:ext uri="{FF2B5EF4-FFF2-40B4-BE49-F238E27FC236}">
                  <a16:creationId xmlns:a16="http://schemas.microsoft.com/office/drawing/2014/main" id="{568CDCEC-0EED-D9AE-3E18-20660BB432AA}"/>
                </a:ext>
              </a:extLst>
            </p:cNvPr>
            <p:cNvSpPr/>
            <p:nvPr/>
          </p:nvSpPr>
          <p:spPr>
            <a:xfrm>
              <a:off x="5645669" y="3625759"/>
              <a:ext cx="10248" cy="42872"/>
            </a:xfrm>
            <a:custGeom>
              <a:avLst/>
              <a:gdLst/>
              <a:ahLst/>
              <a:cxnLst/>
              <a:rect l="l" t="t" r="r" b="b"/>
              <a:pathLst>
                <a:path w="322" h="1347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179"/>
                  </a:lnTo>
                  <a:cubicBezTo>
                    <a:pt x="0" y="1263"/>
                    <a:pt x="72" y="1346"/>
                    <a:pt x="167" y="1346"/>
                  </a:cubicBezTo>
                  <a:cubicBezTo>
                    <a:pt x="251" y="1346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881;p76">
              <a:extLst>
                <a:ext uri="{FF2B5EF4-FFF2-40B4-BE49-F238E27FC236}">
                  <a16:creationId xmlns:a16="http://schemas.microsoft.com/office/drawing/2014/main" id="{0E00FD5D-0153-D355-D79D-31EAAEBEC924}"/>
                </a:ext>
              </a:extLst>
            </p:cNvPr>
            <p:cNvSpPr/>
            <p:nvPr/>
          </p:nvSpPr>
          <p:spPr>
            <a:xfrm>
              <a:off x="5462247" y="3461115"/>
              <a:ext cx="86825" cy="29759"/>
            </a:xfrm>
            <a:custGeom>
              <a:avLst/>
              <a:gdLst/>
              <a:ahLst/>
              <a:cxnLst/>
              <a:rect l="l" t="t" r="r" b="b"/>
              <a:pathLst>
                <a:path w="2728" h="935" extrusionOk="0">
                  <a:moveTo>
                    <a:pt x="1094" y="0"/>
                  </a:moveTo>
                  <a:cubicBezTo>
                    <a:pt x="768" y="0"/>
                    <a:pt x="473" y="35"/>
                    <a:pt x="287" y="66"/>
                  </a:cubicBezTo>
                  <a:cubicBezTo>
                    <a:pt x="120" y="102"/>
                    <a:pt x="1" y="233"/>
                    <a:pt x="1" y="399"/>
                  </a:cubicBezTo>
                  <a:lnTo>
                    <a:pt x="1" y="768"/>
                  </a:lnTo>
                  <a:cubicBezTo>
                    <a:pt x="1" y="864"/>
                    <a:pt x="72" y="935"/>
                    <a:pt x="168" y="935"/>
                  </a:cubicBezTo>
                  <a:cubicBezTo>
                    <a:pt x="251" y="935"/>
                    <a:pt x="322" y="864"/>
                    <a:pt x="322" y="768"/>
                  </a:cubicBezTo>
                  <a:lnTo>
                    <a:pt x="322" y="399"/>
                  </a:lnTo>
                  <a:cubicBezTo>
                    <a:pt x="322" y="399"/>
                    <a:pt x="322" y="387"/>
                    <a:pt x="346" y="387"/>
                  </a:cubicBezTo>
                  <a:cubicBezTo>
                    <a:pt x="498" y="361"/>
                    <a:pt x="764" y="327"/>
                    <a:pt x="1063" y="327"/>
                  </a:cubicBezTo>
                  <a:cubicBezTo>
                    <a:pt x="1162" y="327"/>
                    <a:pt x="1266" y="331"/>
                    <a:pt x="1370" y="340"/>
                  </a:cubicBezTo>
                  <a:cubicBezTo>
                    <a:pt x="1858" y="364"/>
                    <a:pt x="2215" y="506"/>
                    <a:pt x="2442" y="709"/>
                  </a:cubicBezTo>
                  <a:cubicBezTo>
                    <a:pt x="2471" y="739"/>
                    <a:pt x="2513" y="753"/>
                    <a:pt x="2555" y="753"/>
                  </a:cubicBezTo>
                  <a:cubicBezTo>
                    <a:pt x="2596" y="753"/>
                    <a:pt x="2638" y="739"/>
                    <a:pt x="2668" y="709"/>
                  </a:cubicBezTo>
                  <a:cubicBezTo>
                    <a:pt x="2727" y="637"/>
                    <a:pt x="2727" y="530"/>
                    <a:pt x="2656" y="471"/>
                  </a:cubicBezTo>
                  <a:cubicBezTo>
                    <a:pt x="2283" y="97"/>
                    <a:pt x="1643" y="0"/>
                    <a:pt x="109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882;p76">
              <a:extLst>
                <a:ext uri="{FF2B5EF4-FFF2-40B4-BE49-F238E27FC236}">
                  <a16:creationId xmlns:a16="http://schemas.microsoft.com/office/drawing/2014/main" id="{CE6E2D7D-0408-E8E5-0DBB-2A7C85C3608E}"/>
                </a:ext>
              </a:extLst>
            </p:cNvPr>
            <p:cNvSpPr/>
            <p:nvPr/>
          </p:nvSpPr>
          <p:spPr>
            <a:xfrm>
              <a:off x="5441050" y="3636389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845"/>
                  </a:lnTo>
                  <a:cubicBezTo>
                    <a:pt x="0" y="929"/>
                    <a:pt x="72" y="1012"/>
                    <a:pt x="167" y="1012"/>
                  </a:cubicBezTo>
                  <a:cubicBezTo>
                    <a:pt x="250" y="1012"/>
                    <a:pt x="322" y="929"/>
                    <a:pt x="322" y="845"/>
                  </a:cubicBezTo>
                  <a:lnTo>
                    <a:pt x="322" y="155"/>
                  </a:ln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883;p76">
              <a:extLst>
                <a:ext uri="{FF2B5EF4-FFF2-40B4-BE49-F238E27FC236}">
                  <a16:creationId xmlns:a16="http://schemas.microsoft.com/office/drawing/2014/main" id="{0974D1FC-5890-29FC-FD55-0FB7C509E62A}"/>
                </a:ext>
              </a:extLst>
            </p:cNvPr>
            <p:cNvSpPr/>
            <p:nvPr/>
          </p:nvSpPr>
          <p:spPr>
            <a:xfrm>
              <a:off x="5559257" y="3636389"/>
              <a:ext cx="10662" cy="32241"/>
            </a:xfrm>
            <a:custGeom>
              <a:avLst/>
              <a:gdLst/>
              <a:ahLst/>
              <a:cxnLst/>
              <a:rect l="l" t="t" r="r" b="b"/>
              <a:pathLst>
                <a:path w="335" h="1013" extrusionOk="0">
                  <a:moveTo>
                    <a:pt x="168" y="0"/>
                  </a:moveTo>
                  <a:cubicBezTo>
                    <a:pt x="84" y="0"/>
                    <a:pt x="1" y="71"/>
                    <a:pt x="1" y="155"/>
                  </a:cubicBezTo>
                  <a:lnTo>
                    <a:pt x="1" y="845"/>
                  </a:lnTo>
                  <a:cubicBezTo>
                    <a:pt x="1" y="929"/>
                    <a:pt x="84" y="1012"/>
                    <a:pt x="168" y="1012"/>
                  </a:cubicBezTo>
                  <a:cubicBezTo>
                    <a:pt x="263" y="1012"/>
                    <a:pt x="334" y="929"/>
                    <a:pt x="334" y="845"/>
                  </a:cubicBezTo>
                  <a:lnTo>
                    <a:pt x="334" y="155"/>
                  </a:lnTo>
                  <a:cubicBezTo>
                    <a:pt x="334" y="71"/>
                    <a:pt x="263" y="0"/>
                    <a:pt x="1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0922;p76">
            <a:extLst>
              <a:ext uri="{FF2B5EF4-FFF2-40B4-BE49-F238E27FC236}">
                <a16:creationId xmlns:a16="http://schemas.microsoft.com/office/drawing/2014/main" id="{4D96DE9A-7693-9F63-6C55-CCE5D0CD01E2}"/>
              </a:ext>
            </a:extLst>
          </p:cNvPr>
          <p:cNvGrpSpPr/>
          <p:nvPr/>
        </p:nvGrpSpPr>
        <p:grpSpPr>
          <a:xfrm>
            <a:off x="7206417" y="3249362"/>
            <a:ext cx="336512" cy="335048"/>
            <a:chOff x="3996113" y="4291176"/>
            <a:chExt cx="336512" cy="335048"/>
          </a:xfrm>
        </p:grpSpPr>
        <p:sp>
          <p:nvSpPr>
            <p:cNvPr id="36" name="Google Shape;10923;p76">
              <a:extLst>
                <a:ext uri="{FF2B5EF4-FFF2-40B4-BE49-F238E27FC236}">
                  <a16:creationId xmlns:a16="http://schemas.microsoft.com/office/drawing/2014/main" id="{8B13DC68-A3DE-78C7-C949-23A112B95912}"/>
                </a:ext>
              </a:extLst>
            </p:cNvPr>
            <p:cNvSpPr/>
            <p:nvPr/>
          </p:nvSpPr>
          <p:spPr>
            <a:xfrm>
              <a:off x="4082143" y="4323386"/>
              <a:ext cx="111810" cy="219833"/>
            </a:xfrm>
            <a:custGeom>
              <a:avLst/>
              <a:gdLst/>
              <a:ahLst/>
              <a:cxnLst/>
              <a:rect l="l" t="t" r="r" b="b"/>
              <a:pathLst>
                <a:path w="3513" h="6907" extrusionOk="0">
                  <a:moveTo>
                    <a:pt x="1751" y="322"/>
                  </a:moveTo>
                  <a:cubicBezTo>
                    <a:pt x="1846" y="322"/>
                    <a:pt x="1929" y="394"/>
                    <a:pt x="1929" y="501"/>
                  </a:cubicBezTo>
                  <a:lnTo>
                    <a:pt x="1929" y="942"/>
                  </a:lnTo>
                  <a:cubicBezTo>
                    <a:pt x="1929" y="1037"/>
                    <a:pt x="2001" y="1096"/>
                    <a:pt x="2084" y="1096"/>
                  </a:cubicBezTo>
                  <a:cubicBezTo>
                    <a:pt x="2691" y="1108"/>
                    <a:pt x="3179" y="1596"/>
                    <a:pt x="3179" y="2204"/>
                  </a:cubicBezTo>
                  <a:lnTo>
                    <a:pt x="3179" y="2525"/>
                  </a:lnTo>
                  <a:cubicBezTo>
                    <a:pt x="3179" y="2608"/>
                    <a:pt x="3108" y="2704"/>
                    <a:pt x="3001" y="2704"/>
                  </a:cubicBezTo>
                  <a:cubicBezTo>
                    <a:pt x="2917" y="2704"/>
                    <a:pt x="2822" y="2620"/>
                    <a:pt x="2822" y="2525"/>
                  </a:cubicBezTo>
                  <a:lnTo>
                    <a:pt x="2822" y="2204"/>
                  </a:lnTo>
                  <a:cubicBezTo>
                    <a:pt x="2834" y="1787"/>
                    <a:pt x="2501" y="1454"/>
                    <a:pt x="2060" y="1454"/>
                  </a:cubicBezTo>
                  <a:lnTo>
                    <a:pt x="1608" y="1454"/>
                  </a:lnTo>
                  <a:cubicBezTo>
                    <a:pt x="1096" y="1454"/>
                    <a:pt x="679" y="1870"/>
                    <a:pt x="679" y="2370"/>
                  </a:cubicBezTo>
                  <a:cubicBezTo>
                    <a:pt x="679" y="2882"/>
                    <a:pt x="1096" y="3299"/>
                    <a:pt x="1608" y="3299"/>
                  </a:cubicBezTo>
                  <a:lnTo>
                    <a:pt x="1917" y="3299"/>
                  </a:lnTo>
                  <a:cubicBezTo>
                    <a:pt x="2620" y="3299"/>
                    <a:pt x="3191" y="3859"/>
                    <a:pt x="3191" y="4573"/>
                  </a:cubicBezTo>
                  <a:cubicBezTo>
                    <a:pt x="3191" y="5216"/>
                    <a:pt x="2715" y="5764"/>
                    <a:pt x="2084" y="5835"/>
                  </a:cubicBezTo>
                  <a:cubicBezTo>
                    <a:pt x="2001" y="5859"/>
                    <a:pt x="1941" y="5918"/>
                    <a:pt x="1941" y="5990"/>
                  </a:cubicBezTo>
                  <a:lnTo>
                    <a:pt x="1941" y="6454"/>
                  </a:lnTo>
                  <a:cubicBezTo>
                    <a:pt x="1941" y="6538"/>
                    <a:pt x="1870" y="6633"/>
                    <a:pt x="1762" y="6633"/>
                  </a:cubicBezTo>
                  <a:cubicBezTo>
                    <a:pt x="1667" y="6633"/>
                    <a:pt x="1584" y="6549"/>
                    <a:pt x="1584" y="6454"/>
                  </a:cubicBezTo>
                  <a:lnTo>
                    <a:pt x="1584" y="6002"/>
                  </a:lnTo>
                  <a:cubicBezTo>
                    <a:pt x="1584" y="5918"/>
                    <a:pt x="1512" y="5859"/>
                    <a:pt x="1441" y="5859"/>
                  </a:cubicBezTo>
                  <a:cubicBezTo>
                    <a:pt x="834" y="5835"/>
                    <a:pt x="334" y="5347"/>
                    <a:pt x="334" y="4740"/>
                  </a:cubicBezTo>
                  <a:cubicBezTo>
                    <a:pt x="334" y="4644"/>
                    <a:pt x="417" y="4561"/>
                    <a:pt x="512" y="4561"/>
                  </a:cubicBezTo>
                  <a:cubicBezTo>
                    <a:pt x="608" y="4561"/>
                    <a:pt x="691" y="4633"/>
                    <a:pt x="691" y="4740"/>
                  </a:cubicBezTo>
                  <a:cubicBezTo>
                    <a:pt x="691" y="5156"/>
                    <a:pt x="1036" y="5502"/>
                    <a:pt x="1453" y="5502"/>
                  </a:cubicBezTo>
                  <a:lnTo>
                    <a:pt x="1929" y="5502"/>
                  </a:lnTo>
                  <a:cubicBezTo>
                    <a:pt x="2441" y="5502"/>
                    <a:pt x="2858" y="5085"/>
                    <a:pt x="2858" y="4573"/>
                  </a:cubicBezTo>
                  <a:cubicBezTo>
                    <a:pt x="2858" y="4073"/>
                    <a:pt x="2441" y="3656"/>
                    <a:pt x="1929" y="3656"/>
                  </a:cubicBezTo>
                  <a:lnTo>
                    <a:pt x="1608" y="3656"/>
                  </a:lnTo>
                  <a:cubicBezTo>
                    <a:pt x="905" y="3656"/>
                    <a:pt x="322" y="3085"/>
                    <a:pt x="322" y="2370"/>
                  </a:cubicBezTo>
                  <a:cubicBezTo>
                    <a:pt x="322" y="1727"/>
                    <a:pt x="798" y="1180"/>
                    <a:pt x="1441" y="1108"/>
                  </a:cubicBezTo>
                  <a:cubicBezTo>
                    <a:pt x="1512" y="1096"/>
                    <a:pt x="1572" y="1037"/>
                    <a:pt x="1572" y="953"/>
                  </a:cubicBezTo>
                  <a:lnTo>
                    <a:pt x="1572" y="501"/>
                  </a:lnTo>
                  <a:cubicBezTo>
                    <a:pt x="1572" y="406"/>
                    <a:pt x="1643" y="322"/>
                    <a:pt x="1751" y="322"/>
                  </a:cubicBezTo>
                  <a:close/>
                  <a:moveTo>
                    <a:pt x="1762" y="1"/>
                  </a:moveTo>
                  <a:cubicBezTo>
                    <a:pt x="1500" y="1"/>
                    <a:pt x="1274" y="227"/>
                    <a:pt x="1274" y="501"/>
                  </a:cubicBezTo>
                  <a:lnTo>
                    <a:pt x="1274" y="823"/>
                  </a:lnTo>
                  <a:cubicBezTo>
                    <a:pt x="548" y="977"/>
                    <a:pt x="24" y="1608"/>
                    <a:pt x="24" y="2370"/>
                  </a:cubicBezTo>
                  <a:cubicBezTo>
                    <a:pt x="24" y="3251"/>
                    <a:pt x="738" y="3954"/>
                    <a:pt x="1608" y="3954"/>
                  </a:cubicBezTo>
                  <a:lnTo>
                    <a:pt x="1917" y="3954"/>
                  </a:lnTo>
                  <a:cubicBezTo>
                    <a:pt x="2262" y="3954"/>
                    <a:pt x="2524" y="4216"/>
                    <a:pt x="2524" y="4561"/>
                  </a:cubicBezTo>
                  <a:cubicBezTo>
                    <a:pt x="2524" y="4906"/>
                    <a:pt x="2262" y="5168"/>
                    <a:pt x="1917" y="5168"/>
                  </a:cubicBezTo>
                  <a:lnTo>
                    <a:pt x="1441" y="5168"/>
                  </a:lnTo>
                  <a:cubicBezTo>
                    <a:pt x="1191" y="5168"/>
                    <a:pt x="977" y="4966"/>
                    <a:pt x="977" y="4704"/>
                  </a:cubicBezTo>
                  <a:cubicBezTo>
                    <a:pt x="977" y="4442"/>
                    <a:pt x="750" y="4216"/>
                    <a:pt x="488" y="4216"/>
                  </a:cubicBezTo>
                  <a:cubicBezTo>
                    <a:pt x="215" y="4216"/>
                    <a:pt x="0" y="4442"/>
                    <a:pt x="0" y="4704"/>
                  </a:cubicBezTo>
                  <a:cubicBezTo>
                    <a:pt x="0" y="5442"/>
                    <a:pt x="548" y="6037"/>
                    <a:pt x="1250" y="6121"/>
                  </a:cubicBezTo>
                  <a:lnTo>
                    <a:pt x="1250" y="6418"/>
                  </a:lnTo>
                  <a:cubicBezTo>
                    <a:pt x="1250" y="6692"/>
                    <a:pt x="1465" y="6907"/>
                    <a:pt x="1739" y="6907"/>
                  </a:cubicBezTo>
                  <a:cubicBezTo>
                    <a:pt x="2001" y="6907"/>
                    <a:pt x="2227" y="6692"/>
                    <a:pt x="2227" y="6418"/>
                  </a:cubicBezTo>
                  <a:lnTo>
                    <a:pt x="2227" y="6121"/>
                  </a:lnTo>
                  <a:cubicBezTo>
                    <a:pt x="2953" y="5978"/>
                    <a:pt x="3477" y="5335"/>
                    <a:pt x="3477" y="4573"/>
                  </a:cubicBezTo>
                  <a:cubicBezTo>
                    <a:pt x="3477" y="3692"/>
                    <a:pt x="2763" y="3001"/>
                    <a:pt x="1905" y="3001"/>
                  </a:cubicBezTo>
                  <a:lnTo>
                    <a:pt x="1608" y="3001"/>
                  </a:lnTo>
                  <a:cubicBezTo>
                    <a:pt x="1262" y="3001"/>
                    <a:pt x="989" y="2728"/>
                    <a:pt x="989" y="2382"/>
                  </a:cubicBezTo>
                  <a:cubicBezTo>
                    <a:pt x="989" y="2037"/>
                    <a:pt x="1262" y="1775"/>
                    <a:pt x="1608" y="1775"/>
                  </a:cubicBezTo>
                  <a:lnTo>
                    <a:pt x="2084" y="1775"/>
                  </a:lnTo>
                  <a:cubicBezTo>
                    <a:pt x="2334" y="1775"/>
                    <a:pt x="2536" y="1989"/>
                    <a:pt x="2536" y="2239"/>
                  </a:cubicBezTo>
                  <a:lnTo>
                    <a:pt x="2536" y="2549"/>
                  </a:lnTo>
                  <a:cubicBezTo>
                    <a:pt x="2524" y="2799"/>
                    <a:pt x="2751" y="3013"/>
                    <a:pt x="3013" y="3013"/>
                  </a:cubicBezTo>
                  <a:cubicBezTo>
                    <a:pt x="3286" y="3013"/>
                    <a:pt x="3513" y="2787"/>
                    <a:pt x="3513" y="2525"/>
                  </a:cubicBezTo>
                  <a:lnTo>
                    <a:pt x="3513" y="2204"/>
                  </a:lnTo>
                  <a:cubicBezTo>
                    <a:pt x="3513" y="1477"/>
                    <a:pt x="2953" y="882"/>
                    <a:pt x="2262" y="799"/>
                  </a:cubicBezTo>
                  <a:lnTo>
                    <a:pt x="2262" y="501"/>
                  </a:lnTo>
                  <a:cubicBezTo>
                    <a:pt x="2262" y="227"/>
                    <a:pt x="2036" y="1"/>
                    <a:pt x="1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924;p76">
              <a:extLst>
                <a:ext uri="{FF2B5EF4-FFF2-40B4-BE49-F238E27FC236}">
                  <a16:creationId xmlns:a16="http://schemas.microsoft.com/office/drawing/2014/main" id="{21793F70-9EDC-F42B-C6EB-003B147C5B57}"/>
                </a:ext>
              </a:extLst>
            </p:cNvPr>
            <p:cNvSpPr/>
            <p:nvPr/>
          </p:nvSpPr>
          <p:spPr>
            <a:xfrm>
              <a:off x="4226894" y="4523485"/>
              <a:ext cx="52324" cy="51942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310"/>
                  </a:moveTo>
                  <a:cubicBezTo>
                    <a:pt x="1108" y="310"/>
                    <a:pt x="1322" y="536"/>
                    <a:pt x="1322" y="822"/>
                  </a:cubicBezTo>
                  <a:cubicBezTo>
                    <a:pt x="1322" y="1096"/>
                    <a:pt x="1108" y="1322"/>
                    <a:pt x="822" y="1322"/>
                  </a:cubicBezTo>
                  <a:cubicBezTo>
                    <a:pt x="536" y="1322"/>
                    <a:pt x="310" y="1096"/>
                    <a:pt x="310" y="822"/>
                  </a:cubicBezTo>
                  <a:cubicBezTo>
                    <a:pt x="310" y="536"/>
                    <a:pt x="536" y="310"/>
                    <a:pt x="822" y="310"/>
                  </a:cubicBezTo>
                  <a:close/>
                  <a:moveTo>
                    <a:pt x="822" y="0"/>
                  </a:moveTo>
                  <a:cubicBezTo>
                    <a:pt x="370" y="0"/>
                    <a:pt x="0" y="370"/>
                    <a:pt x="0" y="822"/>
                  </a:cubicBezTo>
                  <a:cubicBezTo>
                    <a:pt x="0" y="1263"/>
                    <a:pt x="370" y="1632"/>
                    <a:pt x="822" y="1632"/>
                  </a:cubicBezTo>
                  <a:cubicBezTo>
                    <a:pt x="1263" y="1632"/>
                    <a:pt x="1644" y="1263"/>
                    <a:pt x="1644" y="822"/>
                  </a:cubicBezTo>
                  <a:cubicBezTo>
                    <a:pt x="1644" y="370"/>
                    <a:pt x="1263" y="0"/>
                    <a:pt x="82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925;p76">
              <a:extLst>
                <a:ext uri="{FF2B5EF4-FFF2-40B4-BE49-F238E27FC236}">
                  <a16:creationId xmlns:a16="http://schemas.microsoft.com/office/drawing/2014/main" id="{7A2B1F3F-2328-0097-F4B4-FDBD720CDCDB}"/>
                </a:ext>
              </a:extLst>
            </p:cNvPr>
            <p:cNvSpPr/>
            <p:nvPr/>
          </p:nvSpPr>
          <p:spPr>
            <a:xfrm>
              <a:off x="3996113" y="4291176"/>
              <a:ext cx="336512" cy="335048"/>
            </a:xfrm>
            <a:custGeom>
              <a:avLst/>
              <a:gdLst/>
              <a:ahLst/>
              <a:cxnLst/>
              <a:rect l="l" t="t" r="r" b="b"/>
              <a:pathLst>
                <a:path w="10573" h="10527" extrusionOk="0">
                  <a:moveTo>
                    <a:pt x="8216" y="5930"/>
                  </a:moveTo>
                  <a:lnTo>
                    <a:pt x="8335" y="6537"/>
                  </a:lnTo>
                  <a:cubicBezTo>
                    <a:pt x="8359" y="6597"/>
                    <a:pt x="8394" y="6645"/>
                    <a:pt x="8442" y="6657"/>
                  </a:cubicBezTo>
                  <a:cubicBezTo>
                    <a:pt x="8502" y="6668"/>
                    <a:pt x="8549" y="6692"/>
                    <a:pt x="8609" y="6716"/>
                  </a:cubicBezTo>
                  <a:cubicBezTo>
                    <a:pt x="8631" y="6729"/>
                    <a:pt x="8653" y="6734"/>
                    <a:pt x="8674" y="6734"/>
                  </a:cubicBezTo>
                  <a:cubicBezTo>
                    <a:pt x="8710" y="6734"/>
                    <a:pt x="8745" y="6719"/>
                    <a:pt x="8775" y="6704"/>
                  </a:cubicBezTo>
                  <a:lnTo>
                    <a:pt x="9252" y="6311"/>
                  </a:lnTo>
                  <a:lnTo>
                    <a:pt x="9561" y="6585"/>
                  </a:lnTo>
                  <a:lnTo>
                    <a:pt x="9264" y="7121"/>
                  </a:lnTo>
                  <a:cubicBezTo>
                    <a:pt x="9228" y="7157"/>
                    <a:pt x="9228" y="7216"/>
                    <a:pt x="9264" y="7276"/>
                  </a:cubicBezTo>
                  <a:cubicBezTo>
                    <a:pt x="9287" y="7323"/>
                    <a:pt x="9323" y="7371"/>
                    <a:pt x="9347" y="7430"/>
                  </a:cubicBezTo>
                  <a:cubicBezTo>
                    <a:pt x="9383" y="7478"/>
                    <a:pt x="9430" y="7514"/>
                    <a:pt x="9490" y="7514"/>
                  </a:cubicBezTo>
                  <a:lnTo>
                    <a:pt x="10109" y="7538"/>
                  </a:lnTo>
                  <a:lnTo>
                    <a:pt x="10180" y="7942"/>
                  </a:lnTo>
                  <a:lnTo>
                    <a:pt x="9645" y="8157"/>
                  </a:lnTo>
                  <a:cubicBezTo>
                    <a:pt x="9585" y="8181"/>
                    <a:pt x="9561" y="8240"/>
                    <a:pt x="9549" y="8276"/>
                  </a:cubicBezTo>
                  <a:cubicBezTo>
                    <a:pt x="9549" y="8335"/>
                    <a:pt x="9526" y="8383"/>
                    <a:pt x="9514" y="8442"/>
                  </a:cubicBezTo>
                  <a:cubicBezTo>
                    <a:pt x="9502" y="8502"/>
                    <a:pt x="9514" y="8562"/>
                    <a:pt x="9561" y="8597"/>
                  </a:cubicBezTo>
                  <a:lnTo>
                    <a:pt x="10014" y="8990"/>
                  </a:lnTo>
                  <a:lnTo>
                    <a:pt x="9811" y="9347"/>
                  </a:lnTo>
                  <a:lnTo>
                    <a:pt x="9228" y="9157"/>
                  </a:lnTo>
                  <a:cubicBezTo>
                    <a:pt x="9213" y="9154"/>
                    <a:pt x="9198" y="9152"/>
                    <a:pt x="9184" y="9152"/>
                  </a:cubicBezTo>
                  <a:cubicBezTo>
                    <a:pt x="9141" y="9152"/>
                    <a:pt x="9103" y="9166"/>
                    <a:pt x="9085" y="9193"/>
                  </a:cubicBezTo>
                  <a:cubicBezTo>
                    <a:pt x="9037" y="9228"/>
                    <a:pt x="8990" y="9264"/>
                    <a:pt x="8954" y="9288"/>
                  </a:cubicBezTo>
                  <a:cubicBezTo>
                    <a:pt x="8906" y="9324"/>
                    <a:pt x="8871" y="9383"/>
                    <a:pt x="8895" y="9443"/>
                  </a:cubicBezTo>
                  <a:lnTo>
                    <a:pt x="8978" y="10050"/>
                  </a:lnTo>
                  <a:lnTo>
                    <a:pt x="8597" y="10181"/>
                  </a:lnTo>
                  <a:lnTo>
                    <a:pt x="8264" y="9669"/>
                  </a:lnTo>
                  <a:cubicBezTo>
                    <a:pt x="8228" y="9621"/>
                    <a:pt x="8192" y="9585"/>
                    <a:pt x="8133" y="9585"/>
                  </a:cubicBezTo>
                  <a:lnTo>
                    <a:pt x="7954" y="9585"/>
                  </a:lnTo>
                  <a:cubicBezTo>
                    <a:pt x="7894" y="9585"/>
                    <a:pt x="7847" y="9621"/>
                    <a:pt x="7811" y="9669"/>
                  </a:cubicBezTo>
                  <a:lnTo>
                    <a:pt x="7490" y="10181"/>
                  </a:lnTo>
                  <a:lnTo>
                    <a:pt x="7097" y="10050"/>
                  </a:lnTo>
                  <a:lnTo>
                    <a:pt x="7192" y="9443"/>
                  </a:lnTo>
                  <a:cubicBezTo>
                    <a:pt x="7204" y="9383"/>
                    <a:pt x="7180" y="9324"/>
                    <a:pt x="7132" y="9288"/>
                  </a:cubicBezTo>
                  <a:cubicBezTo>
                    <a:pt x="7085" y="9264"/>
                    <a:pt x="7037" y="9216"/>
                    <a:pt x="7001" y="9193"/>
                  </a:cubicBezTo>
                  <a:cubicBezTo>
                    <a:pt x="6970" y="9161"/>
                    <a:pt x="6933" y="9145"/>
                    <a:pt x="6897" y="9145"/>
                  </a:cubicBezTo>
                  <a:cubicBezTo>
                    <a:pt x="6880" y="9145"/>
                    <a:pt x="6863" y="9149"/>
                    <a:pt x="6847" y="9157"/>
                  </a:cubicBezTo>
                  <a:lnTo>
                    <a:pt x="6275" y="9347"/>
                  </a:lnTo>
                  <a:lnTo>
                    <a:pt x="6061" y="8990"/>
                  </a:lnTo>
                  <a:lnTo>
                    <a:pt x="6525" y="8597"/>
                  </a:lnTo>
                  <a:cubicBezTo>
                    <a:pt x="6573" y="8550"/>
                    <a:pt x="6585" y="8502"/>
                    <a:pt x="6573" y="8442"/>
                  </a:cubicBezTo>
                  <a:cubicBezTo>
                    <a:pt x="6549" y="8383"/>
                    <a:pt x="6537" y="8335"/>
                    <a:pt x="6537" y="8276"/>
                  </a:cubicBezTo>
                  <a:cubicBezTo>
                    <a:pt x="6537" y="8216"/>
                    <a:pt x="6489" y="8169"/>
                    <a:pt x="6430" y="8157"/>
                  </a:cubicBezTo>
                  <a:lnTo>
                    <a:pt x="5847" y="7942"/>
                  </a:lnTo>
                  <a:lnTo>
                    <a:pt x="5930" y="7538"/>
                  </a:lnTo>
                  <a:lnTo>
                    <a:pt x="6549" y="7514"/>
                  </a:lnTo>
                  <a:cubicBezTo>
                    <a:pt x="6609" y="7514"/>
                    <a:pt x="6656" y="7490"/>
                    <a:pt x="6680" y="7430"/>
                  </a:cubicBezTo>
                  <a:cubicBezTo>
                    <a:pt x="6716" y="7383"/>
                    <a:pt x="6740" y="7323"/>
                    <a:pt x="6775" y="7276"/>
                  </a:cubicBezTo>
                  <a:cubicBezTo>
                    <a:pt x="6811" y="7240"/>
                    <a:pt x="6811" y="7180"/>
                    <a:pt x="6775" y="7121"/>
                  </a:cubicBezTo>
                  <a:lnTo>
                    <a:pt x="6478" y="6585"/>
                  </a:lnTo>
                  <a:lnTo>
                    <a:pt x="6787" y="6311"/>
                  </a:lnTo>
                  <a:lnTo>
                    <a:pt x="7263" y="6704"/>
                  </a:lnTo>
                  <a:cubicBezTo>
                    <a:pt x="7293" y="6719"/>
                    <a:pt x="7327" y="6729"/>
                    <a:pt x="7363" y="6729"/>
                  </a:cubicBezTo>
                  <a:cubicBezTo>
                    <a:pt x="7385" y="6729"/>
                    <a:pt x="7407" y="6725"/>
                    <a:pt x="7430" y="6716"/>
                  </a:cubicBezTo>
                  <a:cubicBezTo>
                    <a:pt x="7478" y="6704"/>
                    <a:pt x="7537" y="6668"/>
                    <a:pt x="7597" y="6657"/>
                  </a:cubicBezTo>
                  <a:cubicBezTo>
                    <a:pt x="7656" y="6645"/>
                    <a:pt x="7680" y="6597"/>
                    <a:pt x="7704" y="6537"/>
                  </a:cubicBezTo>
                  <a:lnTo>
                    <a:pt x="7823" y="5930"/>
                  </a:lnTo>
                  <a:close/>
                  <a:moveTo>
                    <a:pt x="4454" y="1"/>
                  </a:moveTo>
                  <a:cubicBezTo>
                    <a:pt x="3739" y="1"/>
                    <a:pt x="3025" y="180"/>
                    <a:pt x="2382" y="513"/>
                  </a:cubicBezTo>
                  <a:cubicBezTo>
                    <a:pt x="2310" y="561"/>
                    <a:pt x="2287" y="644"/>
                    <a:pt x="2322" y="715"/>
                  </a:cubicBezTo>
                  <a:cubicBezTo>
                    <a:pt x="2354" y="770"/>
                    <a:pt x="2405" y="799"/>
                    <a:pt x="2458" y="799"/>
                  </a:cubicBezTo>
                  <a:cubicBezTo>
                    <a:pt x="2485" y="799"/>
                    <a:pt x="2512" y="791"/>
                    <a:pt x="2537" y="775"/>
                  </a:cubicBezTo>
                  <a:cubicBezTo>
                    <a:pt x="3132" y="465"/>
                    <a:pt x="3787" y="299"/>
                    <a:pt x="4454" y="299"/>
                  </a:cubicBezTo>
                  <a:cubicBezTo>
                    <a:pt x="6728" y="299"/>
                    <a:pt x="8597" y="2168"/>
                    <a:pt x="8597" y="4442"/>
                  </a:cubicBezTo>
                  <a:cubicBezTo>
                    <a:pt x="8597" y="4847"/>
                    <a:pt x="8537" y="5228"/>
                    <a:pt x="8430" y="5621"/>
                  </a:cubicBezTo>
                  <a:lnTo>
                    <a:pt x="7740" y="5621"/>
                  </a:lnTo>
                  <a:cubicBezTo>
                    <a:pt x="7668" y="5621"/>
                    <a:pt x="7609" y="5656"/>
                    <a:pt x="7597" y="5728"/>
                  </a:cubicBezTo>
                  <a:lnTo>
                    <a:pt x="7466" y="6371"/>
                  </a:lnTo>
                  <a:lnTo>
                    <a:pt x="7442" y="6371"/>
                  </a:lnTo>
                  <a:lnTo>
                    <a:pt x="6942" y="5966"/>
                  </a:lnTo>
                  <a:cubicBezTo>
                    <a:pt x="6912" y="5948"/>
                    <a:pt x="6879" y="5939"/>
                    <a:pt x="6847" y="5939"/>
                  </a:cubicBezTo>
                  <a:cubicBezTo>
                    <a:pt x="6814" y="5939"/>
                    <a:pt x="6781" y="5948"/>
                    <a:pt x="6751" y="5966"/>
                  </a:cubicBezTo>
                  <a:lnTo>
                    <a:pt x="6239" y="6407"/>
                  </a:lnTo>
                  <a:cubicBezTo>
                    <a:pt x="6180" y="6442"/>
                    <a:pt x="6168" y="6537"/>
                    <a:pt x="6216" y="6597"/>
                  </a:cubicBezTo>
                  <a:lnTo>
                    <a:pt x="6525" y="7180"/>
                  </a:lnTo>
                  <a:cubicBezTo>
                    <a:pt x="6525" y="7180"/>
                    <a:pt x="6525" y="7192"/>
                    <a:pt x="6513" y="7192"/>
                  </a:cubicBezTo>
                  <a:lnTo>
                    <a:pt x="5858" y="7204"/>
                  </a:lnTo>
                  <a:cubicBezTo>
                    <a:pt x="5775" y="7204"/>
                    <a:pt x="5716" y="7264"/>
                    <a:pt x="5704" y="7335"/>
                  </a:cubicBezTo>
                  <a:lnTo>
                    <a:pt x="5585" y="7990"/>
                  </a:lnTo>
                  <a:cubicBezTo>
                    <a:pt x="5573" y="8073"/>
                    <a:pt x="5620" y="8145"/>
                    <a:pt x="5680" y="8157"/>
                  </a:cubicBezTo>
                  <a:lnTo>
                    <a:pt x="6013" y="8288"/>
                  </a:lnTo>
                  <a:cubicBezTo>
                    <a:pt x="5525" y="8502"/>
                    <a:pt x="5001" y="8585"/>
                    <a:pt x="4454" y="8585"/>
                  </a:cubicBezTo>
                  <a:cubicBezTo>
                    <a:pt x="2179" y="8585"/>
                    <a:pt x="322" y="6728"/>
                    <a:pt x="322" y="4454"/>
                  </a:cubicBezTo>
                  <a:cubicBezTo>
                    <a:pt x="322" y="3168"/>
                    <a:pt x="894" y="2001"/>
                    <a:pt x="1894" y="1203"/>
                  </a:cubicBezTo>
                  <a:cubicBezTo>
                    <a:pt x="1965" y="1144"/>
                    <a:pt x="1965" y="1061"/>
                    <a:pt x="1929" y="989"/>
                  </a:cubicBezTo>
                  <a:cubicBezTo>
                    <a:pt x="1895" y="942"/>
                    <a:pt x="1850" y="921"/>
                    <a:pt x="1804" y="921"/>
                  </a:cubicBezTo>
                  <a:cubicBezTo>
                    <a:pt x="1769" y="921"/>
                    <a:pt x="1734" y="933"/>
                    <a:pt x="1703" y="953"/>
                  </a:cubicBezTo>
                  <a:cubicBezTo>
                    <a:pt x="632" y="1799"/>
                    <a:pt x="1" y="3085"/>
                    <a:pt x="1" y="4454"/>
                  </a:cubicBezTo>
                  <a:cubicBezTo>
                    <a:pt x="1" y="5645"/>
                    <a:pt x="465" y="6764"/>
                    <a:pt x="1298" y="7597"/>
                  </a:cubicBezTo>
                  <a:cubicBezTo>
                    <a:pt x="2132" y="8431"/>
                    <a:pt x="3251" y="8883"/>
                    <a:pt x="4442" y="8883"/>
                  </a:cubicBezTo>
                  <a:cubicBezTo>
                    <a:pt x="5001" y="8883"/>
                    <a:pt x="5537" y="8788"/>
                    <a:pt x="6049" y="8585"/>
                  </a:cubicBezTo>
                  <a:lnTo>
                    <a:pt x="6049" y="8585"/>
                  </a:lnTo>
                  <a:lnTo>
                    <a:pt x="5775" y="8823"/>
                  </a:lnTo>
                  <a:cubicBezTo>
                    <a:pt x="5716" y="8871"/>
                    <a:pt x="5704" y="8966"/>
                    <a:pt x="5751" y="9026"/>
                  </a:cubicBezTo>
                  <a:lnTo>
                    <a:pt x="6073" y="9585"/>
                  </a:lnTo>
                  <a:cubicBezTo>
                    <a:pt x="6101" y="9632"/>
                    <a:pt x="6158" y="9664"/>
                    <a:pt x="6211" y="9664"/>
                  </a:cubicBezTo>
                  <a:cubicBezTo>
                    <a:pt x="6225" y="9664"/>
                    <a:pt x="6239" y="9662"/>
                    <a:pt x="6251" y="9657"/>
                  </a:cubicBezTo>
                  <a:lnTo>
                    <a:pt x="6882" y="9455"/>
                  </a:lnTo>
                  <a:cubicBezTo>
                    <a:pt x="6882" y="9455"/>
                    <a:pt x="6894" y="9455"/>
                    <a:pt x="6894" y="9466"/>
                  </a:cubicBezTo>
                  <a:lnTo>
                    <a:pt x="6787" y="10121"/>
                  </a:lnTo>
                  <a:cubicBezTo>
                    <a:pt x="6775" y="10193"/>
                    <a:pt x="6823" y="10276"/>
                    <a:pt x="6894" y="10288"/>
                  </a:cubicBezTo>
                  <a:lnTo>
                    <a:pt x="7525" y="10514"/>
                  </a:lnTo>
                  <a:cubicBezTo>
                    <a:pt x="7537" y="10514"/>
                    <a:pt x="7549" y="10526"/>
                    <a:pt x="7585" y="10526"/>
                  </a:cubicBezTo>
                  <a:cubicBezTo>
                    <a:pt x="7644" y="10526"/>
                    <a:pt x="7680" y="10490"/>
                    <a:pt x="7716" y="10455"/>
                  </a:cubicBezTo>
                  <a:lnTo>
                    <a:pt x="8061" y="9883"/>
                  </a:lnTo>
                  <a:lnTo>
                    <a:pt x="8073" y="9883"/>
                  </a:lnTo>
                  <a:lnTo>
                    <a:pt x="8418" y="10455"/>
                  </a:lnTo>
                  <a:cubicBezTo>
                    <a:pt x="8445" y="10499"/>
                    <a:pt x="8497" y="10523"/>
                    <a:pt x="8547" y="10523"/>
                  </a:cubicBezTo>
                  <a:cubicBezTo>
                    <a:pt x="8565" y="10523"/>
                    <a:pt x="8582" y="10520"/>
                    <a:pt x="8597" y="10514"/>
                  </a:cubicBezTo>
                  <a:lnTo>
                    <a:pt x="9216" y="10288"/>
                  </a:lnTo>
                  <a:cubicBezTo>
                    <a:pt x="9287" y="10252"/>
                    <a:pt x="9323" y="10193"/>
                    <a:pt x="9323" y="10121"/>
                  </a:cubicBezTo>
                  <a:lnTo>
                    <a:pt x="9216" y="9466"/>
                  </a:lnTo>
                  <a:cubicBezTo>
                    <a:pt x="9216" y="9466"/>
                    <a:pt x="9228" y="9466"/>
                    <a:pt x="9228" y="9455"/>
                  </a:cubicBezTo>
                  <a:lnTo>
                    <a:pt x="9859" y="9657"/>
                  </a:lnTo>
                  <a:cubicBezTo>
                    <a:pt x="9878" y="9666"/>
                    <a:pt x="9897" y="9671"/>
                    <a:pt x="9916" y="9671"/>
                  </a:cubicBezTo>
                  <a:cubicBezTo>
                    <a:pt x="9966" y="9671"/>
                    <a:pt x="10011" y="9638"/>
                    <a:pt x="10038" y="9585"/>
                  </a:cubicBezTo>
                  <a:lnTo>
                    <a:pt x="10359" y="9026"/>
                  </a:lnTo>
                  <a:cubicBezTo>
                    <a:pt x="10395" y="8966"/>
                    <a:pt x="10395" y="8871"/>
                    <a:pt x="10335" y="8823"/>
                  </a:cubicBezTo>
                  <a:lnTo>
                    <a:pt x="9847" y="8395"/>
                  </a:lnTo>
                  <a:lnTo>
                    <a:pt x="9847" y="8383"/>
                  </a:lnTo>
                  <a:lnTo>
                    <a:pt x="10454" y="8145"/>
                  </a:lnTo>
                  <a:cubicBezTo>
                    <a:pt x="10460" y="8146"/>
                    <a:pt x="10465" y="8146"/>
                    <a:pt x="10470" y="8146"/>
                  </a:cubicBezTo>
                  <a:cubicBezTo>
                    <a:pt x="10532" y="8146"/>
                    <a:pt x="10572" y="8080"/>
                    <a:pt x="10561" y="8014"/>
                  </a:cubicBezTo>
                  <a:lnTo>
                    <a:pt x="10442" y="7359"/>
                  </a:lnTo>
                  <a:cubicBezTo>
                    <a:pt x="10419" y="7288"/>
                    <a:pt x="10359" y="7240"/>
                    <a:pt x="10288" y="7228"/>
                  </a:cubicBezTo>
                  <a:lnTo>
                    <a:pt x="9633" y="7204"/>
                  </a:lnTo>
                  <a:cubicBezTo>
                    <a:pt x="9633" y="7204"/>
                    <a:pt x="9633" y="7192"/>
                    <a:pt x="9621" y="7192"/>
                  </a:cubicBezTo>
                  <a:lnTo>
                    <a:pt x="9930" y="6609"/>
                  </a:lnTo>
                  <a:cubicBezTo>
                    <a:pt x="9966" y="6549"/>
                    <a:pt x="9942" y="6466"/>
                    <a:pt x="9907" y="6418"/>
                  </a:cubicBezTo>
                  <a:lnTo>
                    <a:pt x="9395" y="5990"/>
                  </a:lnTo>
                  <a:cubicBezTo>
                    <a:pt x="9365" y="5966"/>
                    <a:pt x="9332" y="5954"/>
                    <a:pt x="9299" y="5954"/>
                  </a:cubicBezTo>
                  <a:cubicBezTo>
                    <a:pt x="9267" y="5954"/>
                    <a:pt x="9234" y="5966"/>
                    <a:pt x="9204" y="5990"/>
                  </a:cubicBezTo>
                  <a:lnTo>
                    <a:pt x="8692" y="6395"/>
                  </a:lnTo>
                  <a:lnTo>
                    <a:pt x="8680" y="6395"/>
                  </a:lnTo>
                  <a:lnTo>
                    <a:pt x="8609" y="6049"/>
                  </a:lnTo>
                  <a:lnTo>
                    <a:pt x="8609" y="6037"/>
                  </a:lnTo>
                  <a:cubicBezTo>
                    <a:pt x="8799" y="5525"/>
                    <a:pt x="8895" y="5002"/>
                    <a:pt x="8895" y="4454"/>
                  </a:cubicBezTo>
                  <a:cubicBezTo>
                    <a:pt x="8895" y="3263"/>
                    <a:pt x="8430" y="2144"/>
                    <a:pt x="7597" y="1311"/>
                  </a:cubicBezTo>
                  <a:cubicBezTo>
                    <a:pt x="6763" y="477"/>
                    <a:pt x="5644" y="1"/>
                    <a:pt x="445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BF40-6FD0-FDEE-7707-5BA6BAA13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01CF0-3867-81B8-3818-53945963C6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1E5A0D4-B185-4B4F-E395-DACB1884862E}"/>
              </a:ext>
            </a:extLst>
          </p:cNvPr>
          <p:cNvSpPr>
            <a:spLocks noGrp="1"/>
          </p:cNvSpPr>
          <p:nvPr>
            <p:ph type="ctr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246BBA8-CAE9-2A52-8DAC-4420B2F61AA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23FE611-E709-A507-0172-1EBA1CE8CD80}"/>
              </a:ext>
            </a:extLst>
          </p:cNvPr>
          <p:cNvSpPr>
            <a:spLocks noGrp="1"/>
          </p:cNvSpPr>
          <p:nvPr>
            <p:ph type="ctrTitle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FB56EC8-91D9-3B6D-E943-3C8F70F25461}"/>
              </a:ext>
            </a:extLst>
          </p:cNvPr>
          <p:cNvSpPr>
            <a:spLocks noGrp="1"/>
          </p:cNvSpPr>
          <p:nvPr>
            <p:ph type="subTitle" idx="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9BA9D8F-26DC-822B-92FF-0AD85784F2CF}"/>
              </a:ext>
            </a:extLst>
          </p:cNvPr>
          <p:cNvSpPr>
            <a:spLocks noGrp="1"/>
          </p:cNvSpPr>
          <p:nvPr>
            <p:ph type="ctrTitle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47D42CDA-037D-E2CF-FBF5-C68CD449467F}"/>
              </a:ext>
            </a:extLst>
          </p:cNvPr>
          <p:cNvSpPr>
            <a:spLocks noGrp="1"/>
          </p:cNvSpPr>
          <p:nvPr>
            <p:ph type="subTitle" idx="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B96AA42-2D5C-1E8F-64E1-68A0C96EA050}"/>
              </a:ext>
            </a:extLst>
          </p:cNvPr>
          <p:cNvSpPr>
            <a:spLocks noGrp="1"/>
          </p:cNvSpPr>
          <p:nvPr>
            <p:ph type="ctrTitle" idx="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7989B6E-8AEE-25F0-F427-81CD5C7B8191}"/>
              </a:ext>
            </a:extLst>
          </p:cNvPr>
          <p:cNvSpPr>
            <a:spLocks noGrp="1"/>
          </p:cNvSpPr>
          <p:nvPr>
            <p:ph type="ctrTitle" idx="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1DF5CB42-D386-252D-8C4E-E394C295511C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C581945-35F2-A73B-0865-6CEAB776A150}"/>
              </a:ext>
            </a:extLst>
          </p:cNvPr>
          <p:cNvSpPr>
            <a:spLocks noGrp="1"/>
          </p:cNvSpPr>
          <p:nvPr>
            <p:ph type="ctrTitle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ubtitle 13">
            <a:extLst>
              <a:ext uri="{FF2B5EF4-FFF2-40B4-BE49-F238E27FC236}">
                <a16:creationId xmlns:a16="http://schemas.microsoft.com/office/drawing/2014/main" id="{03E081A0-7E25-3672-7462-EACE66A397F4}"/>
              </a:ext>
            </a:extLst>
          </p:cNvPr>
          <p:cNvSpPr>
            <a:spLocks noGrp="1"/>
          </p:cNvSpPr>
          <p:nvPr>
            <p:ph type="subTitle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9A12F6-34CC-8C0D-9AB7-11D239AF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5720"/>
            <a:ext cx="914400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348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9"/>
          <p:cNvSpPr txBox="1">
            <a:spLocks noGrp="1"/>
          </p:cNvSpPr>
          <p:nvPr>
            <p:ph type="ctrTitle"/>
          </p:nvPr>
        </p:nvSpPr>
        <p:spPr>
          <a:xfrm flipH="1">
            <a:off x="4211125" y="1227675"/>
            <a:ext cx="3185700" cy="25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Vision</a:t>
            </a:r>
            <a:endParaRPr dirty="0"/>
          </a:p>
        </p:txBody>
      </p:sp>
      <p:sp>
        <p:nvSpPr>
          <p:cNvPr id="1069" name="Google Shape;1069;p59"/>
          <p:cNvSpPr txBox="1">
            <a:spLocks noGrp="1"/>
          </p:cNvSpPr>
          <p:nvPr>
            <p:ph type="title" idx="2"/>
          </p:nvPr>
        </p:nvSpPr>
        <p:spPr>
          <a:xfrm flipH="1">
            <a:off x="2052200" y="1760550"/>
            <a:ext cx="1892400" cy="16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070" name="Google Shape;1070;p59"/>
          <p:cNvSpPr/>
          <p:nvPr/>
        </p:nvSpPr>
        <p:spPr>
          <a:xfrm>
            <a:off x="2422763" y="495100"/>
            <a:ext cx="1072400" cy="386075"/>
          </a:xfrm>
          <a:custGeom>
            <a:avLst/>
            <a:gdLst/>
            <a:ahLst/>
            <a:cxnLst/>
            <a:rect l="l" t="t" r="r" b="b"/>
            <a:pathLst>
              <a:path w="42896" h="15443" extrusionOk="0">
                <a:moveTo>
                  <a:pt x="21405" y="1"/>
                </a:moveTo>
                <a:cubicBezTo>
                  <a:pt x="17035" y="1"/>
                  <a:pt x="13177" y="2202"/>
                  <a:pt x="10890" y="5568"/>
                </a:cubicBezTo>
                <a:cubicBezTo>
                  <a:pt x="10569" y="5536"/>
                  <a:pt x="10249" y="5515"/>
                  <a:pt x="9928" y="5515"/>
                </a:cubicBezTo>
                <a:cubicBezTo>
                  <a:pt x="4435" y="5515"/>
                  <a:pt x="1" y="9960"/>
                  <a:pt x="1" y="15442"/>
                </a:cubicBezTo>
                <a:lnTo>
                  <a:pt x="42895" y="15442"/>
                </a:lnTo>
                <a:cubicBezTo>
                  <a:pt x="42040" y="12002"/>
                  <a:pt x="38931" y="9458"/>
                  <a:pt x="35212" y="9458"/>
                </a:cubicBezTo>
                <a:cubicBezTo>
                  <a:pt x="34710" y="9458"/>
                  <a:pt x="34218" y="9512"/>
                  <a:pt x="33716" y="9597"/>
                </a:cubicBezTo>
                <a:cubicBezTo>
                  <a:pt x="32348" y="4083"/>
                  <a:pt x="27347" y="1"/>
                  <a:pt x="214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41"/>
          <p:cNvGrpSpPr/>
          <p:nvPr/>
        </p:nvGrpSpPr>
        <p:grpSpPr>
          <a:xfrm>
            <a:off x="155650" y="1063363"/>
            <a:ext cx="8807983" cy="2911200"/>
            <a:chOff x="113200" y="1254388"/>
            <a:chExt cx="8807983" cy="2911200"/>
          </a:xfrm>
        </p:grpSpPr>
        <p:sp>
          <p:nvSpPr>
            <p:cNvPr id="522" name="Google Shape;522;p41"/>
            <p:cNvSpPr/>
            <p:nvPr/>
          </p:nvSpPr>
          <p:spPr>
            <a:xfrm>
              <a:off x="113200" y="1549425"/>
              <a:ext cx="8807983" cy="1934144"/>
            </a:xfrm>
            <a:custGeom>
              <a:avLst/>
              <a:gdLst/>
              <a:ahLst/>
              <a:cxnLst/>
              <a:rect l="l" t="t" r="r" b="b"/>
              <a:pathLst>
                <a:path w="145900" h="29938" extrusionOk="0">
                  <a:moveTo>
                    <a:pt x="67229" y="1"/>
                  </a:moveTo>
                  <a:cubicBezTo>
                    <a:pt x="66783" y="1"/>
                    <a:pt x="66321" y="56"/>
                    <a:pt x="65842" y="175"/>
                  </a:cubicBezTo>
                  <a:cubicBezTo>
                    <a:pt x="60079" y="1629"/>
                    <a:pt x="60539" y="5210"/>
                    <a:pt x="57121" y="5210"/>
                  </a:cubicBezTo>
                  <a:cubicBezTo>
                    <a:pt x="56790" y="5210"/>
                    <a:pt x="56422" y="5177"/>
                    <a:pt x="56008" y="5104"/>
                  </a:cubicBezTo>
                  <a:cubicBezTo>
                    <a:pt x="55684" y="5047"/>
                    <a:pt x="55377" y="5020"/>
                    <a:pt x="55084" y="5020"/>
                  </a:cubicBezTo>
                  <a:cubicBezTo>
                    <a:pt x="51128" y="5020"/>
                    <a:pt x="49793" y="9905"/>
                    <a:pt x="46745" y="12188"/>
                  </a:cubicBezTo>
                  <a:cubicBezTo>
                    <a:pt x="45706" y="12966"/>
                    <a:pt x="45159" y="13240"/>
                    <a:pt x="44723" y="13240"/>
                  </a:cubicBezTo>
                  <a:cubicBezTo>
                    <a:pt x="43786" y="13240"/>
                    <a:pt x="43367" y="11971"/>
                    <a:pt x="39684" y="11736"/>
                  </a:cubicBezTo>
                  <a:cubicBezTo>
                    <a:pt x="39512" y="11725"/>
                    <a:pt x="39342" y="11720"/>
                    <a:pt x="39175" y="11720"/>
                  </a:cubicBezTo>
                  <a:cubicBezTo>
                    <a:pt x="34108" y="11720"/>
                    <a:pt x="31173" y="16457"/>
                    <a:pt x="28338" y="17367"/>
                  </a:cubicBezTo>
                  <a:cubicBezTo>
                    <a:pt x="27791" y="17541"/>
                    <a:pt x="27069" y="17600"/>
                    <a:pt x="26239" y="17600"/>
                  </a:cubicBezTo>
                  <a:cubicBezTo>
                    <a:pt x="24447" y="17600"/>
                    <a:pt x="22156" y="17323"/>
                    <a:pt x="20058" y="17323"/>
                  </a:cubicBezTo>
                  <a:cubicBezTo>
                    <a:pt x="17927" y="17323"/>
                    <a:pt x="15996" y="17609"/>
                    <a:pt x="14991" y="18760"/>
                  </a:cubicBezTo>
                  <a:cubicBezTo>
                    <a:pt x="12526" y="21558"/>
                    <a:pt x="9133" y="23440"/>
                    <a:pt x="4561" y="23797"/>
                  </a:cubicBezTo>
                  <a:cubicBezTo>
                    <a:pt x="1" y="24154"/>
                    <a:pt x="1870" y="25666"/>
                    <a:pt x="1870" y="25666"/>
                  </a:cubicBezTo>
                  <a:cubicBezTo>
                    <a:pt x="1870" y="25666"/>
                    <a:pt x="8657" y="26249"/>
                    <a:pt x="16277" y="26249"/>
                  </a:cubicBezTo>
                  <a:cubicBezTo>
                    <a:pt x="21783" y="26249"/>
                    <a:pt x="23615" y="25447"/>
                    <a:pt x="26023" y="25447"/>
                  </a:cubicBezTo>
                  <a:cubicBezTo>
                    <a:pt x="26947" y="25447"/>
                    <a:pt x="27956" y="25565"/>
                    <a:pt x="29290" y="25892"/>
                  </a:cubicBezTo>
                  <a:cubicBezTo>
                    <a:pt x="30792" y="26260"/>
                    <a:pt x="32339" y="26387"/>
                    <a:pt x="33755" y="26387"/>
                  </a:cubicBezTo>
                  <a:cubicBezTo>
                    <a:pt x="36874" y="26387"/>
                    <a:pt x="39363" y="25773"/>
                    <a:pt x="39363" y="25773"/>
                  </a:cubicBezTo>
                  <a:cubicBezTo>
                    <a:pt x="39363" y="25773"/>
                    <a:pt x="40874" y="28125"/>
                    <a:pt x="44975" y="28125"/>
                  </a:cubicBezTo>
                  <a:cubicBezTo>
                    <a:pt x="45450" y="28125"/>
                    <a:pt x="45960" y="28094"/>
                    <a:pt x="46507" y="28023"/>
                  </a:cubicBezTo>
                  <a:cubicBezTo>
                    <a:pt x="49954" y="27556"/>
                    <a:pt x="51622" y="26270"/>
                    <a:pt x="53690" y="26270"/>
                  </a:cubicBezTo>
                  <a:cubicBezTo>
                    <a:pt x="54785" y="26270"/>
                    <a:pt x="55994" y="26631"/>
                    <a:pt x="57639" y="27666"/>
                  </a:cubicBezTo>
                  <a:cubicBezTo>
                    <a:pt x="59396" y="28772"/>
                    <a:pt x="61385" y="29156"/>
                    <a:pt x="63327" y="29156"/>
                  </a:cubicBezTo>
                  <a:cubicBezTo>
                    <a:pt x="66634" y="29156"/>
                    <a:pt x="69804" y="28043"/>
                    <a:pt x="71462" y="27488"/>
                  </a:cubicBezTo>
                  <a:cubicBezTo>
                    <a:pt x="72452" y="27158"/>
                    <a:pt x="74057" y="26993"/>
                    <a:pt x="75808" y="26993"/>
                  </a:cubicBezTo>
                  <a:cubicBezTo>
                    <a:pt x="78732" y="26993"/>
                    <a:pt x="82060" y="27453"/>
                    <a:pt x="83595" y="28369"/>
                  </a:cubicBezTo>
                  <a:cubicBezTo>
                    <a:pt x="85545" y="29519"/>
                    <a:pt x="86927" y="29938"/>
                    <a:pt x="88142" y="29938"/>
                  </a:cubicBezTo>
                  <a:cubicBezTo>
                    <a:pt x="90926" y="29938"/>
                    <a:pt x="92836" y="27744"/>
                    <a:pt x="98704" y="27130"/>
                  </a:cubicBezTo>
                  <a:cubicBezTo>
                    <a:pt x="100250" y="26969"/>
                    <a:pt x="101436" y="26901"/>
                    <a:pt x="102380" y="26901"/>
                  </a:cubicBezTo>
                  <a:cubicBezTo>
                    <a:pt x="106576" y="26901"/>
                    <a:pt x="106009" y="28232"/>
                    <a:pt x="111169" y="28523"/>
                  </a:cubicBezTo>
                  <a:cubicBezTo>
                    <a:pt x="112409" y="28593"/>
                    <a:pt x="113769" y="28623"/>
                    <a:pt x="115182" y="28623"/>
                  </a:cubicBezTo>
                  <a:cubicBezTo>
                    <a:pt x="120991" y="28623"/>
                    <a:pt x="127703" y="28120"/>
                    <a:pt x="130672" y="27833"/>
                  </a:cubicBezTo>
                  <a:cubicBezTo>
                    <a:pt x="134363" y="27476"/>
                    <a:pt x="142745" y="27357"/>
                    <a:pt x="144316" y="26476"/>
                  </a:cubicBezTo>
                  <a:cubicBezTo>
                    <a:pt x="145900" y="25595"/>
                    <a:pt x="138578" y="23428"/>
                    <a:pt x="135065" y="23428"/>
                  </a:cubicBezTo>
                  <a:cubicBezTo>
                    <a:pt x="134314" y="23428"/>
                    <a:pt x="133780" y="23443"/>
                    <a:pt x="133388" y="23443"/>
                  </a:cubicBezTo>
                  <a:cubicBezTo>
                    <a:pt x="131945" y="23443"/>
                    <a:pt x="132431" y="23237"/>
                    <a:pt x="131196" y="21308"/>
                  </a:cubicBezTo>
                  <a:cubicBezTo>
                    <a:pt x="130421" y="20108"/>
                    <a:pt x="128929" y="19863"/>
                    <a:pt x="127404" y="19863"/>
                  </a:cubicBezTo>
                  <a:cubicBezTo>
                    <a:pt x="126352" y="19863"/>
                    <a:pt x="125284" y="19979"/>
                    <a:pt x="124423" y="19979"/>
                  </a:cubicBezTo>
                  <a:cubicBezTo>
                    <a:pt x="123981" y="19979"/>
                    <a:pt x="123593" y="19949"/>
                    <a:pt x="123290" y="19856"/>
                  </a:cubicBezTo>
                  <a:cubicBezTo>
                    <a:pt x="121528" y="19320"/>
                    <a:pt x="122885" y="17034"/>
                    <a:pt x="117265" y="15986"/>
                  </a:cubicBezTo>
                  <a:cubicBezTo>
                    <a:pt x="116314" y="15807"/>
                    <a:pt x="115498" y="15733"/>
                    <a:pt x="114798" y="15733"/>
                  </a:cubicBezTo>
                  <a:cubicBezTo>
                    <a:pt x="111354" y="15733"/>
                    <a:pt x="110729" y="17534"/>
                    <a:pt x="110729" y="17534"/>
                  </a:cubicBezTo>
                  <a:cubicBezTo>
                    <a:pt x="110729" y="17534"/>
                    <a:pt x="110217" y="13224"/>
                    <a:pt x="106133" y="12533"/>
                  </a:cubicBezTo>
                  <a:cubicBezTo>
                    <a:pt x="106004" y="12511"/>
                    <a:pt x="105879" y="12500"/>
                    <a:pt x="105757" y="12500"/>
                  </a:cubicBezTo>
                  <a:cubicBezTo>
                    <a:pt x="103962" y="12500"/>
                    <a:pt x="102918" y="14808"/>
                    <a:pt x="102918" y="14808"/>
                  </a:cubicBezTo>
                  <a:cubicBezTo>
                    <a:pt x="102918" y="14808"/>
                    <a:pt x="103097" y="11236"/>
                    <a:pt x="100275" y="8783"/>
                  </a:cubicBezTo>
                  <a:cubicBezTo>
                    <a:pt x="99497" y="8100"/>
                    <a:pt x="98732" y="7853"/>
                    <a:pt x="98033" y="7853"/>
                  </a:cubicBezTo>
                  <a:cubicBezTo>
                    <a:pt x="96209" y="7853"/>
                    <a:pt x="94834" y="9533"/>
                    <a:pt x="94834" y="9533"/>
                  </a:cubicBezTo>
                  <a:cubicBezTo>
                    <a:pt x="94834" y="9533"/>
                    <a:pt x="89548" y="4032"/>
                    <a:pt x="84464" y="3509"/>
                  </a:cubicBezTo>
                  <a:cubicBezTo>
                    <a:pt x="84220" y="3483"/>
                    <a:pt x="83979" y="3472"/>
                    <a:pt x="83742" y="3472"/>
                  </a:cubicBezTo>
                  <a:cubicBezTo>
                    <a:pt x="79023" y="3472"/>
                    <a:pt x="75677" y="8200"/>
                    <a:pt x="75677" y="8200"/>
                  </a:cubicBezTo>
                  <a:cubicBezTo>
                    <a:pt x="75677" y="8200"/>
                    <a:pt x="72676" y="1"/>
                    <a:pt x="67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1"/>
            <p:cNvSpPr/>
            <p:nvPr/>
          </p:nvSpPr>
          <p:spPr>
            <a:xfrm rot="6731669">
              <a:off x="989891" y="2274949"/>
              <a:ext cx="1299267" cy="1299267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524" name="Google Shape;524;p41"/>
            <p:cNvSpPr/>
            <p:nvPr/>
          </p:nvSpPr>
          <p:spPr>
            <a:xfrm rot="6731153">
              <a:off x="6014329" y="1593368"/>
              <a:ext cx="2233241" cy="2233241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25" name="Google Shape;525;p41"/>
          <p:cNvSpPr txBox="1">
            <a:spLocks noGrp="1"/>
          </p:cNvSpPr>
          <p:nvPr>
            <p:ph type="ctrTitle"/>
          </p:nvPr>
        </p:nvSpPr>
        <p:spPr>
          <a:xfrm>
            <a:off x="0" y="475250"/>
            <a:ext cx="9143999" cy="44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Egypt 2030 Pillars Forecasted Impact on Unilever Revenue</a:t>
            </a:r>
            <a:endParaRPr dirty="0"/>
          </a:p>
        </p:txBody>
      </p:sp>
      <p:sp>
        <p:nvSpPr>
          <p:cNvPr id="526" name="Google Shape;526;p41"/>
          <p:cNvSpPr txBox="1">
            <a:spLocks noGrp="1"/>
          </p:cNvSpPr>
          <p:nvPr>
            <p:ph type="subTitle" idx="4294967295"/>
          </p:nvPr>
        </p:nvSpPr>
        <p:spPr>
          <a:xfrm>
            <a:off x="1182515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Economic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27" name="Google Shape;527;p41"/>
          <p:cNvSpPr txBox="1">
            <a:spLocks noGrp="1"/>
          </p:cNvSpPr>
          <p:nvPr>
            <p:ph type="subTitle" idx="4294967295"/>
          </p:nvPr>
        </p:nvSpPr>
        <p:spPr>
          <a:xfrm>
            <a:off x="1401965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13%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28" name="Google Shape;528;p41"/>
          <p:cNvSpPr txBox="1">
            <a:spLocks noGrp="1"/>
          </p:cNvSpPr>
          <p:nvPr>
            <p:ph type="subTitle" idx="4294967295"/>
          </p:nvPr>
        </p:nvSpPr>
        <p:spPr>
          <a:xfrm>
            <a:off x="3013868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Enviromental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29" name="Google Shape;529;p41"/>
          <p:cNvSpPr txBox="1">
            <a:spLocks noGrp="1"/>
          </p:cNvSpPr>
          <p:nvPr>
            <p:ph type="subTitle" idx="4294967295"/>
          </p:nvPr>
        </p:nvSpPr>
        <p:spPr>
          <a:xfrm>
            <a:off x="3233418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5%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0" name="Google Shape;530;p41"/>
          <p:cNvSpPr txBox="1">
            <a:spLocks noGrp="1"/>
          </p:cNvSpPr>
          <p:nvPr>
            <p:ph type="subTitle" idx="4294967295"/>
          </p:nvPr>
        </p:nvSpPr>
        <p:spPr>
          <a:xfrm>
            <a:off x="4845221" y="3620264"/>
            <a:ext cx="1380300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lt1"/>
                </a:solidFill>
              </a:rPr>
              <a:t>Social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531" name="Google Shape;531;p41"/>
          <p:cNvSpPr txBox="1">
            <a:spLocks noGrp="1"/>
          </p:cNvSpPr>
          <p:nvPr>
            <p:ph type="subTitle" idx="4294967295"/>
          </p:nvPr>
        </p:nvSpPr>
        <p:spPr>
          <a:xfrm>
            <a:off x="5064871" y="2425075"/>
            <a:ext cx="9417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4%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2" name="Google Shape;532;p41"/>
          <p:cNvSpPr txBox="1">
            <a:spLocks noGrp="1"/>
          </p:cNvSpPr>
          <p:nvPr>
            <p:ph type="subTitle" idx="4294967295"/>
          </p:nvPr>
        </p:nvSpPr>
        <p:spPr>
          <a:xfrm>
            <a:off x="6428132" y="3600910"/>
            <a:ext cx="2013984" cy="3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Market &amp; Consumer Opportunities</a:t>
            </a:r>
            <a:endParaRPr sz="1700" dirty="0">
              <a:solidFill>
                <a:schemeClr val="bg1"/>
              </a:solidFill>
            </a:endParaRPr>
          </a:p>
        </p:txBody>
      </p:sp>
      <p:sp>
        <p:nvSpPr>
          <p:cNvPr id="533" name="Google Shape;533;p41"/>
          <p:cNvSpPr txBox="1">
            <a:spLocks noGrp="1"/>
          </p:cNvSpPr>
          <p:nvPr>
            <p:ph type="subTitle" idx="4294967295"/>
          </p:nvPr>
        </p:nvSpPr>
        <p:spPr>
          <a:xfrm>
            <a:off x="6896325" y="2425075"/>
            <a:ext cx="941100" cy="41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5"/>
                </a:solidFill>
                <a:latin typeface="Fjalla One"/>
                <a:ea typeface="Fjalla One"/>
                <a:cs typeface="Fjalla One"/>
                <a:sym typeface="Fjalla One"/>
              </a:rPr>
              <a:t>4%</a:t>
            </a:r>
            <a:endParaRPr sz="2400" dirty="0">
              <a:solidFill>
                <a:schemeClr val="accent5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534" name="Google Shape;534;p41"/>
          <p:cNvSpPr/>
          <p:nvPr/>
        </p:nvSpPr>
        <p:spPr>
          <a:xfrm>
            <a:off x="5111450" y="4505275"/>
            <a:ext cx="4881646" cy="638232"/>
          </a:xfrm>
          <a:custGeom>
            <a:avLst/>
            <a:gdLst/>
            <a:ahLst/>
            <a:cxnLst/>
            <a:rect l="l" t="t" r="r" b="b"/>
            <a:pathLst>
              <a:path w="81168" h="10612" extrusionOk="0">
                <a:moveTo>
                  <a:pt x="8797" y="1"/>
                </a:moveTo>
                <a:cubicBezTo>
                  <a:pt x="8769" y="1"/>
                  <a:pt x="8742" y="1"/>
                  <a:pt x="8714" y="1"/>
                </a:cubicBezTo>
                <a:cubicBezTo>
                  <a:pt x="3255" y="14"/>
                  <a:pt x="0" y="5396"/>
                  <a:pt x="321" y="10611"/>
                </a:cubicBezTo>
                <a:lnTo>
                  <a:pt x="81167" y="10611"/>
                </a:lnTo>
                <a:cubicBezTo>
                  <a:pt x="80716" y="6685"/>
                  <a:pt x="75944" y="3891"/>
                  <a:pt x="71967" y="3891"/>
                </a:cubicBezTo>
                <a:cubicBezTo>
                  <a:pt x="71427" y="3891"/>
                  <a:pt x="70901" y="3943"/>
                  <a:pt x="70403" y="4050"/>
                </a:cubicBezTo>
                <a:cubicBezTo>
                  <a:pt x="66328" y="4934"/>
                  <a:pt x="63957" y="8112"/>
                  <a:pt x="59524" y="8420"/>
                </a:cubicBezTo>
                <a:cubicBezTo>
                  <a:pt x="59188" y="8444"/>
                  <a:pt x="58857" y="8456"/>
                  <a:pt x="58531" y="8456"/>
                </a:cubicBezTo>
                <a:cubicBezTo>
                  <a:pt x="54926" y="8456"/>
                  <a:pt x="51870" y="7062"/>
                  <a:pt x="48285" y="6498"/>
                </a:cubicBezTo>
                <a:cubicBezTo>
                  <a:pt x="45786" y="6125"/>
                  <a:pt x="42129" y="5252"/>
                  <a:pt x="39110" y="5252"/>
                </a:cubicBezTo>
                <a:cubicBezTo>
                  <a:pt x="38291" y="5252"/>
                  <a:pt x="37518" y="5317"/>
                  <a:pt x="36829" y="5473"/>
                </a:cubicBezTo>
                <a:cubicBezTo>
                  <a:pt x="34138" y="6088"/>
                  <a:pt x="32729" y="7920"/>
                  <a:pt x="29807" y="8048"/>
                </a:cubicBezTo>
                <a:cubicBezTo>
                  <a:pt x="29679" y="8054"/>
                  <a:pt x="29553" y="8056"/>
                  <a:pt x="29428" y="8056"/>
                </a:cubicBezTo>
                <a:cubicBezTo>
                  <a:pt x="25449" y="8056"/>
                  <a:pt x="22959" y="5337"/>
                  <a:pt x="19517" y="3474"/>
                </a:cubicBezTo>
                <a:cubicBezTo>
                  <a:pt x="16273" y="1705"/>
                  <a:pt x="12499" y="1"/>
                  <a:pt x="879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5" name="Google Shape;535;p41"/>
          <p:cNvCxnSpPr/>
          <p:nvPr/>
        </p:nvCxnSpPr>
        <p:spPr>
          <a:xfrm flipH="1">
            <a:off x="18726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41"/>
          <p:cNvCxnSpPr/>
          <p:nvPr/>
        </p:nvCxnSpPr>
        <p:spPr>
          <a:xfrm flipH="1">
            <a:off x="37039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7" name="Google Shape;537;p41"/>
          <p:cNvCxnSpPr/>
          <p:nvPr/>
        </p:nvCxnSpPr>
        <p:spPr>
          <a:xfrm flipH="1">
            <a:off x="55352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8" name="Google Shape;538;p41"/>
          <p:cNvCxnSpPr/>
          <p:nvPr/>
        </p:nvCxnSpPr>
        <p:spPr>
          <a:xfrm flipH="1">
            <a:off x="7366575" y="2840180"/>
            <a:ext cx="300" cy="7800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CA33-491D-3C38-298F-B5F11A8719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059DD-F121-5499-75B8-1F5D1417F048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BFD1A0-D9E7-45B7-478E-94F32CC49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0894" y="-81076"/>
            <a:ext cx="9304894" cy="532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0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>
          <a:extLst>
            <a:ext uri="{FF2B5EF4-FFF2-40B4-BE49-F238E27FC236}">
              <a16:creationId xmlns:a16="http://schemas.microsoft.com/office/drawing/2014/main" id="{A2A3A430-E7C0-18C0-99BB-6B4BC279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1196;p62">
            <a:extLst>
              <a:ext uri="{FF2B5EF4-FFF2-40B4-BE49-F238E27FC236}">
                <a16:creationId xmlns:a16="http://schemas.microsoft.com/office/drawing/2014/main" id="{B5DA6ADF-5B0D-6DAC-FE06-01EDA6B1E926}"/>
              </a:ext>
            </a:extLst>
          </p:cNvPr>
          <p:cNvCxnSpPr>
            <a:cxnSpLocks/>
          </p:cNvCxnSpPr>
          <p:nvPr/>
        </p:nvCxnSpPr>
        <p:spPr>
          <a:xfrm flipH="1" flipV="1">
            <a:off x="6439546" y="1791346"/>
            <a:ext cx="2759871" cy="1949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181;p62">
            <a:extLst>
              <a:ext uri="{FF2B5EF4-FFF2-40B4-BE49-F238E27FC236}">
                <a16:creationId xmlns:a16="http://schemas.microsoft.com/office/drawing/2014/main" id="{A2E14828-5FC2-F8B4-BB76-478BCA97BAC5}"/>
              </a:ext>
            </a:extLst>
          </p:cNvPr>
          <p:cNvSpPr/>
          <p:nvPr/>
        </p:nvSpPr>
        <p:spPr>
          <a:xfrm>
            <a:off x="7319464" y="1336719"/>
            <a:ext cx="345674" cy="346056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182;p62">
            <a:extLst>
              <a:ext uri="{FF2B5EF4-FFF2-40B4-BE49-F238E27FC236}">
                <a16:creationId xmlns:a16="http://schemas.microsoft.com/office/drawing/2014/main" id="{A4AD7850-5789-1F80-6637-443116111B97}"/>
              </a:ext>
            </a:extLst>
          </p:cNvPr>
          <p:cNvGrpSpPr/>
          <p:nvPr/>
        </p:nvGrpSpPr>
        <p:grpSpPr>
          <a:xfrm>
            <a:off x="7768935" y="1336719"/>
            <a:ext cx="346056" cy="345674"/>
            <a:chOff x="3303268" y="3817349"/>
            <a:chExt cx="346056" cy="345674"/>
          </a:xfrm>
        </p:grpSpPr>
        <p:sp>
          <p:nvSpPr>
            <p:cNvPr id="13" name="Google Shape;1183;p62">
              <a:extLst>
                <a:ext uri="{FF2B5EF4-FFF2-40B4-BE49-F238E27FC236}">
                  <a16:creationId xmlns:a16="http://schemas.microsoft.com/office/drawing/2014/main" id="{25751013-5CAD-A9A2-54AD-BE644D052248}"/>
                </a:ext>
              </a:extLst>
            </p:cNvPr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84;p62">
              <a:extLst>
                <a:ext uri="{FF2B5EF4-FFF2-40B4-BE49-F238E27FC236}">
                  <a16:creationId xmlns:a16="http://schemas.microsoft.com/office/drawing/2014/main" id="{BFCB0556-E70F-70E8-2D85-EDF4D3D88FFD}"/>
                </a:ext>
              </a:extLst>
            </p:cNvPr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85;p62">
              <a:extLst>
                <a:ext uri="{FF2B5EF4-FFF2-40B4-BE49-F238E27FC236}">
                  <a16:creationId xmlns:a16="http://schemas.microsoft.com/office/drawing/2014/main" id="{29D1CE89-A491-3641-FC75-6DEB38C16212}"/>
                </a:ext>
              </a:extLst>
            </p:cNvPr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86;p62">
              <a:extLst>
                <a:ext uri="{FF2B5EF4-FFF2-40B4-BE49-F238E27FC236}">
                  <a16:creationId xmlns:a16="http://schemas.microsoft.com/office/drawing/2014/main" id="{96FAB797-6A66-BC47-5229-0515E11895CC}"/>
                </a:ext>
              </a:extLst>
            </p:cNvPr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187;p62">
            <a:extLst>
              <a:ext uri="{FF2B5EF4-FFF2-40B4-BE49-F238E27FC236}">
                <a16:creationId xmlns:a16="http://schemas.microsoft.com/office/drawing/2014/main" id="{3BC9911C-8178-F9F7-F6FA-18B6271842B1}"/>
              </a:ext>
            </a:extLst>
          </p:cNvPr>
          <p:cNvGrpSpPr/>
          <p:nvPr/>
        </p:nvGrpSpPr>
        <p:grpSpPr>
          <a:xfrm>
            <a:off x="8218025" y="1336719"/>
            <a:ext cx="346056" cy="345674"/>
            <a:chOff x="3752358" y="3817349"/>
            <a:chExt cx="346056" cy="345674"/>
          </a:xfrm>
        </p:grpSpPr>
        <p:sp>
          <p:nvSpPr>
            <p:cNvPr id="18" name="Google Shape;1188;p62">
              <a:extLst>
                <a:ext uri="{FF2B5EF4-FFF2-40B4-BE49-F238E27FC236}">
                  <a16:creationId xmlns:a16="http://schemas.microsoft.com/office/drawing/2014/main" id="{DAF8B759-6EA5-88E5-5A72-B69747480804}"/>
                </a:ext>
              </a:extLst>
            </p:cNvPr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9;p62">
              <a:extLst>
                <a:ext uri="{FF2B5EF4-FFF2-40B4-BE49-F238E27FC236}">
                  <a16:creationId xmlns:a16="http://schemas.microsoft.com/office/drawing/2014/main" id="{FE824B3F-8972-AA25-293E-8BEA4A703C16}"/>
                </a:ext>
              </a:extLst>
            </p:cNvPr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0;p62">
              <a:extLst>
                <a:ext uri="{FF2B5EF4-FFF2-40B4-BE49-F238E27FC236}">
                  <a16:creationId xmlns:a16="http://schemas.microsoft.com/office/drawing/2014/main" id="{89E96E54-36C5-30C9-90E5-C6CA0A161FF9}"/>
                </a:ext>
              </a:extLst>
            </p:cNvPr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91;p62">
              <a:extLst>
                <a:ext uri="{FF2B5EF4-FFF2-40B4-BE49-F238E27FC236}">
                  <a16:creationId xmlns:a16="http://schemas.microsoft.com/office/drawing/2014/main" id="{4C81EF12-4B22-F7E4-4A08-BD8767FE1925}"/>
                </a:ext>
              </a:extLst>
            </p:cNvPr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192;p62">
            <a:extLst>
              <a:ext uri="{FF2B5EF4-FFF2-40B4-BE49-F238E27FC236}">
                <a16:creationId xmlns:a16="http://schemas.microsoft.com/office/drawing/2014/main" id="{92B81C99-747C-1382-0A2B-A053314F21F3}"/>
              </a:ext>
            </a:extLst>
          </p:cNvPr>
          <p:cNvGrpSpPr/>
          <p:nvPr/>
        </p:nvGrpSpPr>
        <p:grpSpPr>
          <a:xfrm>
            <a:off x="8667114" y="1336719"/>
            <a:ext cx="346024" cy="345674"/>
            <a:chOff x="4201447" y="3817349"/>
            <a:chExt cx="346024" cy="345674"/>
          </a:xfrm>
        </p:grpSpPr>
        <p:sp>
          <p:nvSpPr>
            <p:cNvPr id="23" name="Google Shape;1193;p62">
              <a:extLst>
                <a:ext uri="{FF2B5EF4-FFF2-40B4-BE49-F238E27FC236}">
                  <a16:creationId xmlns:a16="http://schemas.microsoft.com/office/drawing/2014/main" id="{FB3F96F0-6B93-E715-0BDB-ED7EE2C28E0B}"/>
                </a:ext>
              </a:extLst>
            </p:cNvPr>
            <p:cNvSpPr/>
            <p:nvPr/>
          </p:nvSpPr>
          <p:spPr>
            <a:xfrm>
              <a:off x="4201447" y="3817349"/>
              <a:ext cx="346024" cy="345674"/>
            </a:xfrm>
            <a:custGeom>
              <a:avLst/>
              <a:gdLst/>
              <a:ahLst/>
              <a:cxnLst/>
              <a:rect l="l" t="t" r="r" b="b"/>
              <a:pathLst>
                <a:path w="10871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52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299" y="8240"/>
                    <a:pt x="10871" y="6871"/>
                    <a:pt x="10871" y="5430"/>
                  </a:cubicBezTo>
                  <a:cubicBezTo>
                    <a:pt x="10871" y="3989"/>
                    <a:pt x="10299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94;p62">
              <a:extLst>
                <a:ext uri="{FF2B5EF4-FFF2-40B4-BE49-F238E27FC236}">
                  <a16:creationId xmlns:a16="http://schemas.microsoft.com/office/drawing/2014/main" id="{C45068E9-A0AD-D018-5798-AE1FD16ED395}"/>
                </a:ext>
              </a:extLst>
            </p:cNvPr>
            <p:cNvSpPr/>
            <p:nvPr/>
          </p:nvSpPr>
          <p:spPr>
            <a:xfrm>
              <a:off x="4271569" y="3904531"/>
              <a:ext cx="227394" cy="185728"/>
            </a:xfrm>
            <a:custGeom>
              <a:avLst/>
              <a:gdLst/>
              <a:ahLst/>
              <a:cxnLst/>
              <a:rect l="l" t="t" r="r" b="b"/>
              <a:pathLst>
                <a:path w="7144" h="5835" extrusionOk="0">
                  <a:moveTo>
                    <a:pt x="4620" y="0"/>
                  </a:moveTo>
                  <a:cubicBezTo>
                    <a:pt x="3727" y="0"/>
                    <a:pt x="2977" y="691"/>
                    <a:pt x="2905" y="1572"/>
                  </a:cubicBezTo>
                  <a:cubicBezTo>
                    <a:pt x="2727" y="1548"/>
                    <a:pt x="2358" y="1441"/>
                    <a:pt x="2262" y="1405"/>
                  </a:cubicBezTo>
                  <a:cubicBezTo>
                    <a:pt x="1643" y="1203"/>
                    <a:pt x="1072" y="810"/>
                    <a:pt x="631" y="322"/>
                  </a:cubicBezTo>
                  <a:cubicBezTo>
                    <a:pt x="596" y="298"/>
                    <a:pt x="572" y="274"/>
                    <a:pt x="524" y="262"/>
                  </a:cubicBezTo>
                  <a:cubicBezTo>
                    <a:pt x="517" y="261"/>
                    <a:pt x="509" y="260"/>
                    <a:pt x="501" y="260"/>
                  </a:cubicBezTo>
                  <a:cubicBezTo>
                    <a:pt x="436" y="260"/>
                    <a:pt x="367" y="304"/>
                    <a:pt x="346" y="357"/>
                  </a:cubicBezTo>
                  <a:cubicBezTo>
                    <a:pt x="238" y="572"/>
                    <a:pt x="179" y="810"/>
                    <a:pt x="179" y="1048"/>
                  </a:cubicBezTo>
                  <a:cubicBezTo>
                    <a:pt x="179" y="1393"/>
                    <a:pt x="286" y="1727"/>
                    <a:pt x="476" y="1977"/>
                  </a:cubicBezTo>
                  <a:cubicBezTo>
                    <a:pt x="466" y="1975"/>
                    <a:pt x="456" y="1974"/>
                    <a:pt x="446" y="1974"/>
                  </a:cubicBezTo>
                  <a:cubicBezTo>
                    <a:pt x="397" y="1974"/>
                    <a:pt x="349" y="1997"/>
                    <a:pt x="310" y="2036"/>
                  </a:cubicBezTo>
                  <a:cubicBezTo>
                    <a:pt x="286" y="2060"/>
                    <a:pt x="286" y="2108"/>
                    <a:pt x="274" y="2143"/>
                  </a:cubicBezTo>
                  <a:lnTo>
                    <a:pt x="274" y="2203"/>
                  </a:lnTo>
                  <a:cubicBezTo>
                    <a:pt x="274" y="2655"/>
                    <a:pt x="476" y="3072"/>
                    <a:pt x="822" y="3358"/>
                  </a:cubicBezTo>
                  <a:cubicBezTo>
                    <a:pt x="786" y="3370"/>
                    <a:pt x="774" y="3405"/>
                    <a:pt x="762" y="3417"/>
                  </a:cubicBezTo>
                  <a:cubicBezTo>
                    <a:pt x="750" y="3465"/>
                    <a:pt x="727" y="3513"/>
                    <a:pt x="750" y="3548"/>
                  </a:cubicBezTo>
                  <a:cubicBezTo>
                    <a:pt x="893" y="4024"/>
                    <a:pt x="1262" y="4405"/>
                    <a:pt x="1727" y="4548"/>
                  </a:cubicBezTo>
                  <a:cubicBezTo>
                    <a:pt x="1310" y="4798"/>
                    <a:pt x="834" y="4941"/>
                    <a:pt x="334" y="4941"/>
                  </a:cubicBezTo>
                  <a:lnTo>
                    <a:pt x="191" y="4941"/>
                  </a:lnTo>
                  <a:cubicBezTo>
                    <a:pt x="107" y="4941"/>
                    <a:pt x="36" y="5001"/>
                    <a:pt x="12" y="5084"/>
                  </a:cubicBezTo>
                  <a:cubicBezTo>
                    <a:pt x="0" y="5156"/>
                    <a:pt x="48" y="5239"/>
                    <a:pt x="107" y="5263"/>
                  </a:cubicBezTo>
                  <a:cubicBezTo>
                    <a:pt x="727" y="5632"/>
                    <a:pt x="1465" y="5834"/>
                    <a:pt x="2191" y="5834"/>
                  </a:cubicBezTo>
                  <a:cubicBezTo>
                    <a:pt x="3072" y="5834"/>
                    <a:pt x="3905" y="5560"/>
                    <a:pt x="4596" y="5060"/>
                  </a:cubicBezTo>
                  <a:cubicBezTo>
                    <a:pt x="4691" y="5001"/>
                    <a:pt x="4691" y="4858"/>
                    <a:pt x="4620" y="4786"/>
                  </a:cubicBezTo>
                  <a:cubicBezTo>
                    <a:pt x="4587" y="4754"/>
                    <a:pt x="4544" y="4735"/>
                    <a:pt x="4499" y="4735"/>
                  </a:cubicBezTo>
                  <a:cubicBezTo>
                    <a:pt x="4463" y="4735"/>
                    <a:pt x="4426" y="4748"/>
                    <a:pt x="4394" y="4775"/>
                  </a:cubicBezTo>
                  <a:cubicBezTo>
                    <a:pt x="3763" y="5215"/>
                    <a:pt x="3013" y="5489"/>
                    <a:pt x="2191" y="5489"/>
                  </a:cubicBezTo>
                  <a:cubicBezTo>
                    <a:pt x="1727" y="5489"/>
                    <a:pt x="1262" y="5394"/>
                    <a:pt x="846" y="5239"/>
                  </a:cubicBezTo>
                  <a:cubicBezTo>
                    <a:pt x="1369" y="5144"/>
                    <a:pt x="1846" y="4917"/>
                    <a:pt x="2262" y="4584"/>
                  </a:cubicBezTo>
                  <a:cubicBezTo>
                    <a:pt x="2310" y="4536"/>
                    <a:pt x="2334" y="4477"/>
                    <a:pt x="2322" y="4417"/>
                  </a:cubicBezTo>
                  <a:cubicBezTo>
                    <a:pt x="2310" y="4346"/>
                    <a:pt x="2239" y="4286"/>
                    <a:pt x="2155" y="4286"/>
                  </a:cubicBezTo>
                  <a:cubicBezTo>
                    <a:pt x="1739" y="4263"/>
                    <a:pt x="1369" y="4048"/>
                    <a:pt x="1167" y="3691"/>
                  </a:cubicBezTo>
                  <a:cubicBezTo>
                    <a:pt x="1250" y="3691"/>
                    <a:pt x="1358" y="3667"/>
                    <a:pt x="1441" y="3643"/>
                  </a:cubicBezTo>
                  <a:cubicBezTo>
                    <a:pt x="1524" y="3632"/>
                    <a:pt x="1584" y="3572"/>
                    <a:pt x="1584" y="3489"/>
                  </a:cubicBezTo>
                  <a:cubicBezTo>
                    <a:pt x="1596" y="3405"/>
                    <a:pt x="1536" y="3334"/>
                    <a:pt x="1441" y="3298"/>
                  </a:cubicBezTo>
                  <a:cubicBezTo>
                    <a:pt x="1000" y="3191"/>
                    <a:pt x="667" y="2822"/>
                    <a:pt x="596" y="2381"/>
                  </a:cubicBezTo>
                  <a:lnTo>
                    <a:pt x="596" y="2381"/>
                  </a:lnTo>
                  <a:cubicBezTo>
                    <a:pt x="727" y="2405"/>
                    <a:pt x="869" y="2417"/>
                    <a:pt x="1000" y="2417"/>
                  </a:cubicBezTo>
                  <a:cubicBezTo>
                    <a:pt x="1084" y="2417"/>
                    <a:pt x="1143" y="2358"/>
                    <a:pt x="1167" y="2274"/>
                  </a:cubicBezTo>
                  <a:cubicBezTo>
                    <a:pt x="1179" y="2203"/>
                    <a:pt x="1131" y="2143"/>
                    <a:pt x="1072" y="2108"/>
                  </a:cubicBezTo>
                  <a:cubicBezTo>
                    <a:pt x="703" y="1881"/>
                    <a:pt x="476" y="1488"/>
                    <a:pt x="476" y="1048"/>
                  </a:cubicBezTo>
                  <a:cubicBezTo>
                    <a:pt x="476" y="953"/>
                    <a:pt x="488" y="846"/>
                    <a:pt x="524" y="738"/>
                  </a:cubicBezTo>
                  <a:cubicBezTo>
                    <a:pt x="965" y="1191"/>
                    <a:pt x="1524" y="1524"/>
                    <a:pt x="2120" y="1727"/>
                  </a:cubicBezTo>
                  <a:cubicBezTo>
                    <a:pt x="2120" y="1727"/>
                    <a:pt x="2715" y="1905"/>
                    <a:pt x="2929" y="1917"/>
                  </a:cubicBezTo>
                  <a:lnTo>
                    <a:pt x="3024" y="1917"/>
                  </a:lnTo>
                  <a:cubicBezTo>
                    <a:pt x="3096" y="1917"/>
                    <a:pt x="3167" y="1869"/>
                    <a:pt x="3191" y="1798"/>
                  </a:cubicBezTo>
                  <a:cubicBezTo>
                    <a:pt x="3203" y="1786"/>
                    <a:pt x="3203" y="1750"/>
                    <a:pt x="3203" y="1738"/>
                  </a:cubicBezTo>
                  <a:lnTo>
                    <a:pt x="3203" y="1703"/>
                  </a:lnTo>
                  <a:cubicBezTo>
                    <a:pt x="3203" y="953"/>
                    <a:pt x="3810" y="334"/>
                    <a:pt x="4572" y="334"/>
                  </a:cubicBezTo>
                  <a:cubicBezTo>
                    <a:pt x="4941" y="334"/>
                    <a:pt x="5287" y="488"/>
                    <a:pt x="5549" y="750"/>
                  </a:cubicBezTo>
                  <a:cubicBezTo>
                    <a:pt x="5585" y="787"/>
                    <a:pt x="5621" y="802"/>
                    <a:pt x="5663" y="802"/>
                  </a:cubicBezTo>
                  <a:cubicBezTo>
                    <a:pt x="5676" y="802"/>
                    <a:pt x="5689" y="801"/>
                    <a:pt x="5703" y="798"/>
                  </a:cubicBezTo>
                  <a:cubicBezTo>
                    <a:pt x="5882" y="762"/>
                    <a:pt x="6049" y="738"/>
                    <a:pt x="6203" y="679"/>
                  </a:cubicBezTo>
                  <a:lnTo>
                    <a:pt x="6203" y="679"/>
                  </a:lnTo>
                  <a:cubicBezTo>
                    <a:pt x="6120" y="762"/>
                    <a:pt x="6013" y="857"/>
                    <a:pt x="5894" y="917"/>
                  </a:cubicBezTo>
                  <a:cubicBezTo>
                    <a:pt x="5822" y="965"/>
                    <a:pt x="5787" y="1048"/>
                    <a:pt x="5822" y="1143"/>
                  </a:cubicBezTo>
                  <a:cubicBezTo>
                    <a:pt x="5846" y="1203"/>
                    <a:pt x="5930" y="1250"/>
                    <a:pt x="6001" y="1250"/>
                  </a:cubicBezTo>
                  <a:cubicBezTo>
                    <a:pt x="6144" y="1227"/>
                    <a:pt x="6287" y="1215"/>
                    <a:pt x="6418" y="1167"/>
                  </a:cubicBezTo>
                  <a:lnTo>
                    <a:pt x="6418" y="1167"/>
                  </a:lnTo>
                  <a:cubicBezTo>
                    <a:pt x="6299" y="1286"/>
                    <a:pt x="6168" y="1405"/>
                    <a:pt x="6013" y="1512"/>
                  </a:cubicBezTo>
                  <a:cubicBezTo>
                    <a:pt x="5965" y="1548"/>
                    <a:pt x="5941" y="1608"/>
                    <a:pt x="5941" y="1655"/>
                  </a:cubicBezTo>
                  <a:lnTo>
                    <a:pt x="5941" y="1679"/>
                  </a:lnTo>
                  <a:lnTo>
                    <a:pt x="5941" y="1703"/>
                  </a:lnTo>
                  <a:lnTo>
                    <a:pt x="5941" y="1727"/>
                  </a:lnTo>
                  <a:cubicBezTo>
                    <a:pt x="5941" y="2691"/>
                    <a:pt x="5572" y="3572"/>
                    <a:pt x="4977" y="4227"/>
                  </a:cubicBezTo>
                  <a:cubicBezTo>
                    <a:pt x="4918" y="4298"/>
                    <a:pt x="4918" y="4405"/>
                    <a:pt x="4977" y="4465"/>
                  </a:cubicBezTo>
                  <a:cubicBezTo>
                    <a:pt x="5011" y="4499"/>
                    <a:pt x="5053" y="4514"/>
                    <a:pt x="5096" y="4514"/>
                  </a:cubicBezTo>
                  <a:cubicBezTo>
                    <a:pt x="5143" y="4514"/>
                    <a:pt x="5190" y="4496"/>
                    <a:pt x="5227" y="4465"/>
                  </a:cubicBezTo>
                  <a:cubicBezTo>
                    <a:pt x="5894" y="3715"/>
                    <a:pt x="6263" y="2762"/>
                    <a:pt x="6287" y="1750"/>
                  </a:cubicBezTo>
                  <a:cubicBezTo>
                    <a:pt x="6596" y="1524"/>
                    <a:pt x="6846" y="1250"/>
                    <a:pt x="7061" y="917"/>
                  </a:cubicBezTo>
                  <a:cubicBezTo>
                    <a:pt x="7144" y="857"/>
                    <a:pt x="7132" y="750"/>
                    <a:pt x="7061" y="715"/>
                  </a:cubicBezTo>
                  <a:cubicBezTo>
                    <a:pt x="7029" y="683"/>
                    <a:pt x="6987" y="667"/>
                    <a:pt x="6937" y="667"/>
                  </a:cubicBezTo>
                  <a:cubicBezTo>
                    <a:pt x="6912" y="667"/>
                    <a:pt x="6886" y="671"/>
                    <a:pt x="6858" y="679"/>
                  </a:cubicBezTo>
                  <a:cubicBezTo>
                    <a:pt x="6775" y="726"/>
                    <a:pt x="6680" y="750"/>
                    <a:pt x="6596" y="786"/>
                  </a:cubicBezTo>
                  <a:cubicBezTo>
                    <a:pt x="6680" y="667"/>
                    <a:pt x="6763" y="512"/>
                    <a:pt x="6823" y="369"/>
                  </a:cubicBezTo>
                  <a:cubicBezTo>
                    <a:pt x="6834" y="310"/>
                    <a:pt x="6834" y="238"/>
                    <a:pt x="6787" y="191"/>
                  </a:cubicBezTo>
                  <a:cubicBezTo>
                    <a:pt x="6750" y="153"/>
                    <a:pt x="6703" y="135"/>
                    <a:pt x="6659" y="135"/>
                  </a:cubicBezTo>
                  <a:cubicBezTo>
                    <a:pt x="6632" y="135"/>
                    <a:pt x="6607" y="142"/>
                    <a:pt x="6584" y="155"/>
                  </a:cubicBezTo>
                  <a:cubicBezTo>
                    <a:pt x="6322" y="310"/>
                    <a:pt x="6061" y="393"/>
                    <a:pt x="5775" y="441"/>
                  </a:cubicBezTo>
                  <a:cubicBezTo>
                    <a:pt x="5465" y="143"/>
                    <a:pt x="5048" y="0"/>
                    <a:pt x="4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1195;p62">
            <a:extLst>
              <a:ext uri="{FF2B5EF4-FFF2-40B4-BE49-F238E27FC236}">
                <a16:creationId xmlns:a16="http://schemas.microsoft.com/office/drawing/2014/main" id="{B381B7B6-156F-7F32-30AE-F6CC97E9C2C3}"/>
              </a:ext>
            </a:extLst>
          </p:cNvPr>
          <p:cNvSpPr txBox="1">
            <a:spLocks/>
          </p:cNvSpPr>
          <p:nvPr/>
        </p:nvSpPr>
        <p:spPr>
          <a:xfrm>
            <a:off x="6068801" y="498952"/>
            <a:ext cx="2847000" cy="8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jalla One"/>
              <a:buNone/>
              <a:defRPr sz="28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erif Display"/>
              <a:buNone/>
              <a:defRPr sz="1800" b="0" i="0" u="none" strike="noStrike" cap="non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pPr algn="r"/>
            <a:r>
              <a:rPr lang="en-US" sz="4400" dirty="0">
                <a:solidFill>
                  <a:schemeClr val="bg1"/>
                </a:solidFill>
              </a:rPr>
              <a:t>Thanks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677833-0CFD-B7EA-7BB6-73BA52878396}"/>
              </a:ext>
            </a:extLst>
          </p:cNvPr>
          <p:cNvSpPr txBox="1"/>
          <p:nvPr/>
        </p:nvSpPr>
        <p:spPr>
          <a:xfrm>
            <a:off x="-26496" y="121403"/>
            <a:ext cx="52429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1100" dirty="0"/>
              <a:t>Sustainability Source : https://opennetzero.org/unilever</a:t>
            </a:r>
          </a:p>
          <a:p>
            <a:pPr marL="228600" indent="-228600">
              <a:buAutoNum type="arabicPeriod"/>
            </a:pPr>
            <a:r>
              <a:rPr lang="en-US" sz="1100" dirty="0"/>
              <a:t>Revenue, Sales &amp; Financial KPIs (Actual Company Data) • Source: Unilever Egypt (via parent Unilever Plc) • Links: - Unilever Annual Report 2023 - Unilever PLC Financials • Extracted: Revenue growth rates (2022–2023), FMCG segment shares. • Applied: Scaled down global revenues to Egypt operations size (~2–3% of Unilever MENA revenue). </a:t>
            </a:r>
          </a:p>
          <a:p>
            <a:pPr marL="228600" indent="-228600">
              <a:buAutoNum type="arabicPeriod"/>
            </a:pPr>
            <a:r>
              <a:rPr lang="en-US" sz="1100" dirty="0"/>
              <a:t>Production &amp; FMCG Market Volumes • Source: CAPMAS (Egypt Statistics) + Euromonitor FMCG Egypt reports. • Links: - CAPMAS Egypt - Euromonitor Egypt FMCG • Extracted: Packaged foods &amp; home care market growth ~6–8% CAGR. • Applied: Monthly production volumes scaled from FMCG growth rates. </a:t>
            </a:r>
          </a:p>
          <a:p>
            <a:pPr marL="228600" indent="-228600">
              <a:buAutoNum type="arabicPeriod"/>
            </a:pPr>
            <a:r>
              <a:rPr lang="en-US" sz="1100" dirty="0"/>
              <a:t>Transportation Modes &amp; Costs • Source: World Bank Logistics Index, UNCTAD, Egypt news (fuel, trucking). • Links: - World Bank LPI - UNCTAD Shipping Data • Extracted: Road highest cost/kg, sea freight spike (2022–2023), air fastest but ~10× sea. • Applied: Estimated Transport cost (EGP) &amp; Lead time (days) by mode/route. </a:t>
            </a:r>
          </a:p>
          <a:p>
            <a:pPr marL="228600" indent="-228600">
              <a:buAutoNum type="arabicPeriod"/>
            </a:pPr>
            <a:r>
              <a:rPr lang="en-US" sz="1100" dirty="0"/>
              <a:t>Lead Times (Logistics Performance) • Source: Trading Economics + World Bank LPI 2023. • Links: - Trading Economics Egypt Logistics - World Bank LPI 2023 • Extracted: Road ~5–8 days, sea ~20–35 days, air 3–6 days. • Applied: Assigned Lead time (days) by transport mode. </a:t>
            </a:r>
          </a:p>
          <a:p>
            <a:pPr marL="228600" indent="-228600">
              <a:buAutoNum type="arabicPeriod"/>
            </a:pPr>
            <a:r>
              <a:rPr lang="en-US" sz="1100" dirty="0"/>
              <a:t>Currency Source • Source: Central Bank of Egypt FX rates. • Links: - CBE Historical FX • Extracted: EGP baseline, inflation adjustments. • Applied: </a:t>
            </a:r>
            <a:r>
              <a:rPr lang="en-US" sz="1100" dirty="0" err="1"/>
              <a:t>Currency_source</a:t>
            </a:r>
            <a:r>
              <a:rPr lang="en-US" sz="1100" dirty="0"/>
              <a:t> column filled with 'CBE / Local EGP'. ■■ How I Combined the Data</a:t>
            </a:r>
          </a:p>
        </p:txBody>
      </p:sp>
    </p:spTree>
    <p:extLst>
      <p:ext uri="{BB962C8B-B14F-4D97-AF65-F5344CB8AC3E}">
        <p14:creationId xmlns:p14="http://schemas.microsoft.com/office/powerpoint/2010/main" val="2043012282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oduction Business Plan by Slidego">
  <a:themeElements>
    <a:clrScheme name="Simple Light">
      <a:dk1>
        <a:srgbClr val="00AEEF"/>
      </a:dk1>
      <a:lt1>
        <a:srgbClr val="FFFFFF"/>
      </a:lt1>
      <a:dk2>
        <a:srgbClr val="00AEEF"/>
      </a:dk2>
      <a:lt2>
        <a:srgbClr val="00AEEF"/>
      </a:lt2>
      <a:accent1>
        <a:srgbClr val="F1CC30"/>
      </a:accent1>
      <a:accent2>
        <a:srgbClr val="2B3990"/>
      </a:accent2>
      <a:accent3>
        <a:srgbClr val="F1CC30"/>
      </a:accent3>
      <a:accent4>
        <a:srgbClr val="00AEEF"/>
      </a:accent4>
      <a:accent5>
        <a:srgbClr val="EE2A7B"/>
      </a:accent5>
      <a:accent6>
        <a:srgbClr val="2B3990"/>
      </a:accent6>
      <a:hlink>
        <a:srgbClr val="2B399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670</Words>
  <Application>Microsoft Office PowerPoint</Application>
  <PresentationFormat>On-screen Show (16:9)</PresentationFormat>
  <Paragraphs>126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Fjalla One</vt:lpstr>
      <vt:lpstr>Open Sans Light</vt:lpstr>
      <vt:lpstr>DM Serif Display</vt:lpstr>
      <vt:lpstr>Arial</vt:lpstr>
      <vt:lpstr>Fira Sans Extra Condensed Medium</vt:lpstr>
      <vt:lpstr>Abel</vt:lpstr>
      <vt:lpstr>Wingdings</vt:lpstr>
      <vt:lpstr>Tw Cen MT</vt:lpstr>
      <vt:lpstr>Industrial Production Business Plan by Slidego</vt:lpstr>
      <vt:lpstr>Unilever Performance in Alignment with Egypt  Vision 2030</vt:lpstr>
      <vt:lpstr>Content</vt:lpstr>
      <vt:lpstr>Project Overview</vt:lpstr>
      <vt:lpstr>Problem</vt:lpstr>
      <vt:lpstr>FMCG Market Analysis </vt:lpstr>
      <vt:lpstr>Market Analysis</vt:lpstr>
      <vt:lpstr>PowerPoint Presentation</vt:lpstr>
      <vt:lpstr>Unilever Structure</vt:lpstr>
      <vt:lpstr>Unilever Structure    </vt:lpstr>
      <vt:lpstr>PowerPoint Presentation</vt:lpstr>
      <vt:lpstr>Business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Transportaions</vt:lpstr>
      <vt:lpstr>Sustainability</vt:lpstr>
      <vt:lpstr>Sustainability</vt:lpstr>
      <vt:lpstr>PowerPoint Presentation</vt:lpstr>
      <vt:lpstr>Egypt 2030 Vision</vt:lpstr>
      <vt:lpstr>Egypt 2030 Pillars Forecasted Impact on Unilever Revenue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Unilever Performance in Alignment with Egypt  Vision 2030</dc:title>
  <dc:creator>Ahmed Hosam Aldin</dc:creator>
  <cp:lastModifiedBy>ahmed omar</cp:lastModifiedBy>
  <cp:revision>15</cp:revision>
  <dcterms:modified xsi:type="dcterms:W3CDTF">2025-12-05T11:52:40Z</dcterms:modified>
</cp:coreProperties>
</file>